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D3EAE-72D8-42EF-A15D-EB16C807AA96}" v="87" dt="2026-06-08T05:06:23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Mafla Viscarra" userId="7541278d-a1b6-4242-a42c-b7f08c368fd7" providerId="ADAL" clId="{98F1196F-3D95-40AC-8B98-2A8D46E60A8E}"/>
    <pc:docChg chg="undo custSel addSld delSld modSld modMainMaster">
      <pc:chgData name="Nicolas Mafla Viscarra" userId="7541278d-a1b6-4242-a42c-b7f08c368fd7" providerId="ADAL" clId="{98F1196F-3D95-40AC-8B98-2A8D46E60A8E}" dt="2026-06-08T05:07:40.492" v="1065" actId="1076"/>
      <pc:docMkLst>
        <pc:docMk/>
      </pc:docMkLst>
      <pc:sldChg chg="addSp delSp modSp mod">
        <pc:chgData name="Nicolas Mafla Viscarra" userId="7541278d-a1b6-4242-a42c-b7f08c368fd7" providerId="ADAL" clId="{98F1196F-3D95-40AC-8B98-2A8D46E60A8E}" dt="2026-06-08T05:07:40.492" v="1065" actId="1076"/>
        <pc:sldMkLst>
          <pc:docMk/>
          <pc:sldMk cId="230494754" sldId="256"/>
        </pc:sldMkLst>
        <pc:spChg chg="del">
          <ac:chgData name="Nicolas Mafla Viscarra" userId="7541278d-a1b6-4242-a42c-b7f08c368fd7" providerId="ADAL" clId="{98F1196F-3D95-40AC-8B98-2A8D46E60A8E}" dt="2026-06-08T03:52:36.755" v="0" actId="478"/>
          <ac:spMkLst>
            <pc:docMk/>
            <pc:sldMk cId="230494754" sldId="256"/>
            <ac:spMk id="2" creationId="{78394E9A-0FEA-D957-D48B-5D48785E351E}"/>
          </ac:spMkLst>
        </pc:spChg>
        <pc:spChg chg="del">
          <ac:chgData name="Nicolas Mafla Viscarra" userId="7541278d-a1b6-4242-a42c-b7f08c368fd7" providerId="ADAL" clId="{98F1196F-3D95-40AC-8B98-2A8D46E60A8E}" dt="2026-06-08T03:52:37.728" v="1" actId="478"/>
          <ac:spMkLst>
            <pc:docMk/>
            <pc:sldMk cId="230494754" sldId="256"/>
            <ac:spMk id="3" creationId="{140B6B00-4562-77B2-B836-AE5D28772125}"/>
          </ac:spMkLst>
        </pc:spChg>
        <pc:spChg chg="add del mod">
          <ac:chgData name="Nicolas Mafla Viscarra" userId="7541278d-a1b6-4242-a42c-b7f08c368fd7" providerId="ADAL" clId="{98F1196F-3D95-40AC-8B98-2A8D46E60A8E}" dt="2026-06-08T04:15:48.790" v="151" actId="478"/>
          <ac:spMkLst>
            <pc:docMk/>
            <pc:sldMk cId="230494754" sldId="256"/>
            <ac:spMk id="4" creationId="{8C5EF33D-38A6-E33F-2CB5-42716C12EFE0}"/>
          </ac:spMkLst>
        </pc:spChg>
        <pc:spChg chg="add 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230494754" sldId="256"/>
            <ac:spMk id="5" creationId="{620E6235-55F7-2642-2F66-9AB914CE2A1B}"/>
          </ac:spMkLst>
        </pc:spChg>
        <pc:spChg chg="add del mod">
          <ac:chgData name="Nicolas Mafla Viscarra" userId="7541278d-a1b6-4242-a42c-b7f08c368fd7" providerId="ADAL" clId="{98F1196F-3D95-40AC-8B98-2A8D46E60A8E}" dt="2026-06-08T04:12:41.613" v="76" actId="478"/>
          <ac:spMkLst>
            <pc:docMk/>
            <pc:sldMk cId="230494754" sldId="256"/>
            <ac:spMk id="7" creationId="{EEFDC43C-0320-1570-4423-6D77118C3859}"/>
          </ac:spMkLst>
        </pc:spChg>
        <pc:spChg chg="add mod">
          <ac:chgData name="Nicolas Mafla Viscarra" userId="7541278d-a1b6-4242-a42c-b7f08c368fd7" providerId="ADAL" clId="{98F1196F-3D95-40AC-8B98-2A8D46E60A8E}" dt="2026-06-08T04:46:34.874" v="617" actId="1076"/>
          <ac:spMkLst>
            <pc:docMk/>
            <pc:sldMk cId="230494754" sldId="256"/>
            <ac:spMk id="8" creationId="{43A5CDDC-FC4E-54DA-17AC-782BFCECD336}"/>
          </ac:spMkLst>
        </pc:spChg>
        <pc:spChg chg="add del mod">
          <ac:chgData name="Nicolas Mafla Viscarra" userId="7541278d-a1b6-4242-a42c-b7f08c368fd7" providerId="ADAL" clId="{98F1196F-3D95-40AC-8B98-2A8D46E60A8E}" dt="2026-06-08T04:11:22.001" v="52" actId="22"/>
          <ac:spMkLst>
            <pc:docMk/>
            <pc:sldMk cId="230494754" sldId="256"/>
            <ac:spMk id="10" creationId="{2138A655-F582-1628-B78F-3BB2B9BB247A}"/>
          </ac:spMkLst>
        </pc:spChg>
        <pc:spChg chg="add mod">
          <ac:chgData name="Nicolas Mafla Viscarra" userId="7541278d-a1b6-4242-a42c-b7f08c368fd7" providerId="ADAL" clId="{98F1196F-3D95-40AC-8B98-2A8D46E60A8E}" dt="2026-06-08T04:56:57.783" v="896" actId="1076"/>
          <ac:spMkLst>
            <pc:docMk/>
            <pc:sldMk cId="230494754" sldId="256"/>
            <ac:spMk id="11" creationId="{48D49AE4-E06C-BB0B-8D24-BF68F05A48BE}"/>
          </ac:spMkLst>
        </pc:spChg>
        <pc:spChg chg="add del mod">
          <ac:chgData name="Nicolas Mafla Viscarra" userId="7541278d-a1b6-4242-a42c-b7f08c368fd7" providerId="ADAL" clId="{98F1196F-3D95-40AC-8B98-2A8D46E60A8E}" dt="2026-06-08T04:52:45.278" v="782" actId="478"/>
          <ac:spMkLst>
            <pc:docMk/>
            <pc:sldMk cId="230494754" sldId="256"/>
            <ac:spMk id="12" creationId="{61A7763A-FEED-E23B-BA3D-130423247981}"/>
          </ac:spMkLst>
        </pc:spChg>
        <pc:spChg chg="add mod">
          <ac:chgData name="Nicolas Mafla Viscarra" userId="7541278d-a1b6-4242-a42c-b7f08c368fd7" providerId="ADAL" clId="{98F1196F-3D95-40AC-8B98-2A8D46E60A8E}" dt="2026-06-08T05:06:00.283" v="1032" actId="1076"/>
          <ac:spMkLst>
            <pc:docMk/>
            <pc:sldMk cId="230494754" sldId="256"/>
            <ac:spMk id="13" creationId="{56A7553D-D2F2-879A-3B5A-D347020DA7D7}"/>
          </ac:spMkLst>
        </pc:spChg>
        <pc:spChg chg="add mod">
          <ac:chgData name="Nicolas Mafla Viscarra" userId="7541278d-a1b6-4242-a42c-b7f08c368fd7" providerId="ADAL" clId="{98F1196F-3D95-40AC-8B98-2A8D46E60A8E}" dt="2026-06-08T05:07:12.158" v="1058" actId="1076"/>
          <ac:spMkLst>
            <pc:docMk/>
            <pc:sldMk cId="230494754" sldId="256"/>
            <ac:spMk id="14" creationId="{FF83FB4B-8DBB-996C-4D6B-E97627997EF4}"/>
          </ac:spMkLst>
        </pc:spChg>
        <pc:spChg chg="add mod">
          <ac:chgData name="Nicolas Mafla Viscarra" userId="7541278d-a1b6-4242-a42c-b7f08c368fd7" providerId="ADAL" clId="{98F1196F-3D95-40AC-8B98-2A8D46E60A8E}" dt="2026-06-08T04:45:45.744" v="611" actId="1076"/>
          <ac:spMkLst>
            <pc:docMk/>
            <pc:sldMk cId="230494754" sldId="256"/>
            <ac:spMk id="16" creationId="{B3015E68-13D7-91D6-DCF7-E2CFBADD103A}"/>
          </ac:spMkLst>
        </pc:spChg>
        <pc:spChg chg="add del mod">
          <ac:chgData name="Nicolas Mafla Viscarra" userId="7541278d-a1b6-4242-a42c-b7f08c368fd7" providerId="ADAL" clId="{98F1196F-3D95-40AC-8B98-2A8D46E60A8E}" dt="2026-06-08T04:20:55.838" v="282"/>
          <ac:spMkLst>
            <pc:docMk/>
            <pc:sldMk cId="230494754" sldId="256"/>
            <ac:spMk id="18" creationId="{2F0720E8-71EE-1A92-AA37-D869ED3330FE}"/>
          </ac:spMkLst>
        </pc:spChg>
        <pc:spChg chg="add del mod">
          <ac:chgData name="Nicolas Mafla Viscarra" userId="7541278d-a1b6-4242-a42c-b7f08c368fd7" providerId="ADAL" clId="{98F1196F-3D95-40AC-8B98-2A8D46E60A8E}" dt="2026-06-08T04:22:04.363" v="295" actId="478"/>
          <ac:spMkLst>
            <pc:docMk/>
            <pc:sldMk cId="230494754" sldId="256"/>
            <ac:spMk id="19" creationId="{B2194684-2261-2EEE-1E96-43079A598FB0}"/>
          </ac:spMkLst>
        </pc:spChg>
        <pc:spChg chg="add 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230494754" sldId="256"/>
            <ac:spMk id="20" creationId="{A822B092-6604-C136-EA46-4F0C67E066B7}"/>
          </ac:spMkLst>
        </pc:spChg>
        <pc:spChg chg="add 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230494754" sldId="256"/>
            <ac:spMk id="21" creationId="{CB05A425-B75A-0AC8-39E1-6AB3CB88E1E3}"/>
          </ac:spMkLst>
        </pc:spChg>
        <pc:spChg chg="add mod">
          <ac:chgData name="Nicolas Mafla Viscarra" userId="7541278d-a1b6-4242-a42c-b7f08c368fd7" providerId="ADAL" clId="{98F1196F-3D95-40AC-8B98-2A8D46E60A8E}" dt="2026-06-08T04:45:45.744" v="611" actId="1076"/>
          <ac:spMkLst>
            <pc:docMk/>
            <pc:sldMk cId="230494754" sldId="256"/>
            <ac:spMk id="33" creationId="{1B4DF8A8-4318-B8FE-D76C-4B2F0932C211}"/>
          </ac:spMkLst>
        </pc:spChg>
        <pc:spChg chg="add mod">
          <ac:chgData name="Nicolas Mafla Viscarra" userId="7541278d-a1b6-4242-a42c-b7f08c368fd7" providerId="ADAL" clId="{98F1196F-3D95-40AC-8B98-2A8D46E60A8E}" dt="2026-06-08T04:45:45.744" v="611" actId="1076"/>
          <ac:spMkLst>
            <pc:docMk/>
            <pc:sldMk cId="230494754" sldId="256"/>
            <ac:spMk id="34" creationId="{D1BE8F3D-AC8B-F782-F406-A32C4A15A734}"/>
          </ac:spMkLst>
        </pc:spChg>
        <pc:spChg chg="add mod">
          <ac:chgData name="Nicolas Mafla Viscarra" userId="7541278d-a1b6-4242-a42c-b7f08c368fd7" providerId="ADAL" clId="{98F1196F-3D95-40AC-8B98-2A8D46E60A8E}" dt="2026-06-08T04:45:45.744" v="611" actId="1076"/>
          <ac:spMkLst>
            <pc:docMk/>
            <pc:sldMk cId="230494754" sldId="256"/>
            <ac:spMk id="40" creationId="{7A8CB4EE-D299-7D0C-D373-665A4DD729D1}"/>
          </ac:spMkLst>
        </pc:spChg>
        <pc:spChg chg="add 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230494754" sldId="256"/>
            <ac:spMk id="41" creationId="{C68C8658-C316-CC8A-33FD-E3A3A72C5DED}"/>
          </ac:spMkLst>
        </pc:spChg>
        <pc:spChg chg="add mod">
          <ac:chgData name="Nicolas Mafla Viscarra" userId="7541278d-a1b6-4242-a42c-b7f08c368fd7" providerId="ADAL" clId="{98F1196F-3D95-40AC-8B98-2A8D46E60A8E}" dt="2026-06-08T04:45:45.744" v="611" actId="1076"/>
          <ac:spMkLst>
            <pc:docMk/>
            <pc:sldMk cId="230494754" sldId="256"/>
            <ac:spMk id="46" creationId="{0CC0BCC0-32A0-889B-92A4-2BD96FF9D568}"/>
          </ac:spMkLst>
        </pc:spChg>
        <pc:spChg chg="add 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230494754" sldId="256"/>
            <ac:spMk id="47" creationId="{0E58BB2F-59CA-BA42-3444-D8E196FFA7B2}"/>
          </ac:spMkLst>
        </pc:spChg>
        <pc:spChg chg="add mod">
          <ac:chgData name="Nicolas Mafla Viscarra" userId="7541278d-a1b6-4242-a42c-b7f08c368fd7" providerId="ADAL" clId="{98F1196F-3D95-40AC-8B98-2A8D46E60A8E}" dt="2026-06-08T04:46:45.970" v="618" actId="1076"/>
          <ac:spMkLst>
            <pc:docMk/>
            <pc:sldMk cId="230494754" sldId="256"/>
            <ac:spMk id="48" creationId="{3AFFC3BA-F237-A97A-4078-32D1149A249E}"/>
          </ac:spMkLst>
        </pc:spChg>
        <pc:spChg chg="add del mod">
          <ac:chgData name="Nicolas Mafla Viscarra" userId="7541278d-a1b6-4242-a42c-b7f08c368fd7" providerId="ADAL" clId="{98F1196F-3D95-40AC-8B98-2A8D46E60A8E}" dt="2026-06-08T04:37:03.573" v="488" actId="478"/>
          <ac:spMkLst>
            <pc:docMk/>
            <pc:sldMk cId="230494754" sldId="256"/>
            <ac:spMk id="49" creationId="{48FB7F22-B945-5074-C0D1-618A969908BF}"/>
          </ac:spMkLst>
        </pc:spChg>
        <pc:spChg chg="add mod">
          <ac:chgData name="Nicolas Mafla Viscarra" userId="7541278d-a1b6-4242-a42c-b7f08c368fd7" providerId="ADAL" clId="{98F1196F-3D95-40AC-8B98-2A8D46E60A8E}" dt="2026-06-08T05:00:41.592" v="929" actId="1076"/>
          <ac:spMkLst>
            <pc:docMk/>
            <pc:sldMk cId="230494754" sldId="256"/>
            <ac:spMk id="50" creationId="{013ED744-8298-5251-AF72-74D2D5542FF2}"/>
          </ac:spMkLst>
        </pc:spChg>
        <pc:spChg chg="add del mod">
          <ac:chgData name="Nicolas Mafla Viscarra" userId="7541278d-a1b6-4242-a42c-b7f08c368fd7" providerId="ADAL" clId="{98F1196F-3D95-40AC-8B98-2A8D46E60A8E}" dt="2026-06-08T04:42:45.989" v="598" actId="478"/>
          <ac:spMkLst>
            <pc:docMk/>
            <pc:sldMk cId="230494754" sldId="256"/>
            <ac:spMk id="51" creationId="{D7387394-A9FB-2F1A-F8B4-037CAF87DC0F}"/>
          </ac:spMkLst>
        </pc:spChg>
        <pc:spChg chg="add del mod">
          <ac:chgData name="Nicolas Mafla Viscarra" userId="7541278d-a1b6-4242-a42c-b7f08c368fd7" providerId="ADAL" clId="{98F1196F-3D95-40AC-8B98-2A8D46E60A8E}" dt="2026-06-08T04:42:47.188" v="599" actId="478"/>
          <ac:spMkLst>
            <pc:docMk/>
            <pc:sldMk cId="230494754" sldId="256"/>
            <ac:spMk id="52" creationId="{C7209261-9DD8-D9C8-287F-69019F5C8FC3}"/>
          </ac:spMkLst>
        </pc:spChg>
        <pc:spChg chg="add del mod">
          <ac:chgData name="Nicolas Mafla Viscarra" userId="7541278d-a1b6-4242-a42c-b7f08c368fd7" providerId="ADAL" clId="{98F1196F-3D95-40AC-8B98-2A8D46E60A8E}" dt="2026-06-08T04:42:48.153" v="600" actId="478"/>
          <ac:spMkLst>
            <pc:docMk/>
            <pc:sldMk cId="230494754" sldId="256"/>
            <ac:spMk id="53" creationId="{698B4BE1-1284-270B-4A6D-81B6ABE54FE8}"/>
          </ac:spMkLst>
        </pc:spChg>
        <pc:spChg chg="add mod">
          <ac:chgData name="Nicolas Mafla Viscarra" userId="7541278d-a1b6-4242-a42c-b7f08c368fd7" providerId="ADAL" clId="{98F1196F-3D95-40AC-8B98-2A8D46E60A8E}" dt="2026-06-08T04:48:31.135" v="646" actId="1076"/>
          <ac:spMkLst>
            <pc:docMk/>
            <pc:sldMk cId="230494754" sldId="256"/>
            <ac:spMk id="56" creationId="{4750D2A1-97EB-E56B-9561-9747CDD6D387}"/>
          </ac:spMkLst>
        </pc:spChg>
        <pc:spChg chg="add del mod">
          <ac:chgData name="Nicolas Mafla Viscarra" userId="7541278d-a1b6-4242-a42c-b7f08c368fd7" providerId="ADAL" clId="{98F1196F-3D95-40AC-8B98-2A8D46E60A8E}" dt="2026-06-08T04:49:58.187" v="713" actId="20577"/>
          <ac:spMkLst>
            <pc:docMk/>
            <pc:sldMk cId="230494754" sldId="256"/>
            <ac:spMk id="58" creationId="{08DCD4FE-1929-465F-A7DE-51406B32931E}"/>
          </ac:spMkLst>
        </pc:spChg>
        <pc:spChg chg="add mod">
          <ac:chgData name="Nicolas Mafla Viscarra" userId="7541278d-a1b6-4242-a42c-b7f08c368fd7" providerId="ADAL" clId="{98F1196F-3D95-40AC-8B98-2A8D46E60A8E}" dt="2026-06-08T04:51:10.065" v="745" actId="1076"/>
          <ac:spMkLst>
            <pc:docMk/>
            <pc:sldMk cId="230494754" sldId="256"/>
            <ac:spMk id="61" creationId="{9B7610D0-5241-32FC-8E87-BCD30D146CE8}"/>
          </ac:spMkLst>
        </pc:spChg>
        <pc:spChg chg="add mod">
          <ac:chgData name="Nicolas Mafla Viscarra" userId="7541278d-a1b6-4242-a42c-b7f08c368fd7" providerId="ADAL" clId="{98F1196F-3D95-40AC-8B98-2A8D46E60A8E}" dt="2026-06-08T04:52:00.418" v="756" actId="1076"/>
          <ac:spMkLst>
            <pc:docMk/>
            <pc:sldMk cId="230494754" sldId="256"/>
            <ac:spMk id="67" creationId="{F4656086-725E-F8A0-A4A8-E888E6EFF045}"/>
          </ac:spMkLst>
        </pc:spChg>
        <pc:spChg chg="add mod">
          <ac:chgData name="Nicolas Mafla Viscarra" userId="7541278d-a1b6-4242-a42c-b7f08c368fd7" providerId="ADAL" clId="{98F1196F-3D95-40AC-8B98-2A8D46E60A8E}" dt="2026-06-08T04:52:35.687" v="781" actId="14100"/>
          <ac:spMkLst>
            <pc:docMk/>
            <pc:sldMk cId="230494754" sldId="256"/>
            <ac:spMk id="68" creationId="{706D6B04-8075-8558-E0FA-D2C4D7A33133}"/>
          </ac:spMkLst>
        </pc:spChg>
        <pc:spChg chg="add mod">
          <ac:chgData name="Nicolas Mafla Viscarra" userId="7541278d-a1b6-4242-a42c-b7f08c368fd7" providerId="ADAL" clId="{98F1196F-3D95-40AC-8B98-2A8D46E60A8E}" dt="2026-06-08T04:57:00.893" v="897" actId="13822"/>
          <ac:spMkLst>
            <pc:docMk/>
            <pc:sldMk cId="230494754" sldId="256"/>
            <ac:spMk id="72" creationId="{CFD333C3-2D4B-D13E-535C-09503D0806B6}"/>
          </ac:spMkLst>
        </pc:spChg>
        <pc:spChg chg="add mod">
          <ac:chgData name="Nicolas Mafla Viscarra" userId="7541278d-a1b6-4242-a42c-b7f08c368fd7" providerId="ADAL" clId="{98F1196F-3D95-40AC-8B98-2A8D46E60A8E}" dt="2026-06-08T04:55:10.331" v="873" actId="1076"/>
          <ac:spMkLst>
            <pc:docMk/>
            <pc:sldMk cId="230494754" sldId="256"/>
            <ac:spMk id="74" creationId="{D43661B5-26E0-47C0-B955-9568A25A10C4}"/>
          </ac:spMkLst>
        </pc:spChg>
        <pc:spChg chg="add del">
          <ac:chgData name="Nicolas Mafla Viscarra" userId="7541278d-a1b6-4242-a42c-b7f08c368fd7" providerId="ADAL" clId="{98F1196F-3D95-40AC-8B98-2A8D46E60A8E}" dt="2026-06-08T04:56:51.455" v="894" actId="11529"/>
          <ac:spMkLst>
            <pc:docMk/>
            <pc:sldMk cId="230494754" sldId="256"/>
            <ac:spMk id="78" creationId="{EA0D33E4-E0A8-C929-57B4-15C370C58A2B}"/>
          </ac:spMkLst>
        </pc:spChg>
        <pc:spChg chg="add mod">
          <ac:chgData name="Nicolas Mafla Viscarra" userId="7541278d-a1b6-4242-a42c-b7f08c368fd7" providerId="ADAL" clId="{98F1196F-3D95-40AC-8B98-2A8D46E60A8E}" dt="2026-06-08T05:04:22.625" v="990" actId="1076"/>
          <ac:spMkLst>
            <pc:docMk/>
            <pc:sldMk cId="230494754" sldId="256"/>
            <ac:spMk id="79" creationId="{E5774534-FC66-EC27-9CDC-2FDCC1BAC063}"/>
          </ac:spMkLst>
        </pc:spChg>
        <pc:spChg chg="add mod">
          <ac:chgData name="Nicolas Mafla Viscarra" userId="7541278d-a1b6-4242-a42c-b7f08c368fd7" providerId="ADAL" clId="{98F1196F-3D95-40AC-8B98-2A8D46E60A8E}" dt="2026-06-08T05:05:57.734" v="1031" actId="1076"/>
          <ac:spMkLst>
            <pc:docMk/>
            <pc:sldMk cId="230494754" sldId="256"/>
            <ac:spMk id="80" creationId="{7713DB5C-3FAB-7B36-5697-DF204A6BCE51}"/>
          </ac:spMkLst>
        </pc:spChg>
        <pc:spChg chg="add mod">
          <ac:chgData name="Nicolas Mafla Viscarra" userId="7541278d-a1b6-4242-a42c-b7f08c368fd7" providerId="ADAL" clId="{98F1196F-3D95-40AC-8B98-2A8D46E60A8E}" dt="2026-06-08T04:58:33.776" v="914"/>
          <ac:spMkLst>
            <pc:docMk/>
            <pc:sldMk cId="230494754" sldId="256"/>
            <ac:spMk id="81" creationId="{92182370-348E-93D1-ABAA-165E2E1299D6}"/>
          </ac:spMkLst>
        </pc:spChg>
        <pc:spChg chg="add mod">
          <ac:chgData name="Nicolas Mafla Viscarra" userId="7541278d-a1b6-4242-a42c-b7f08c368fd7" providerId="ADAL" clId="{98F1196F-3D95-40AC-8B98-2A8D46E60A8E}" dt="2026-06-08T05:02:57.416" v="980" actId="14100"/>
          <ac:spMkLst>
            <pc:docMk/>
            <pc:sldMk cId="230494754" sldId="256"/>
            <ac:spMk id="82" creationId="{C1C503F6-BFE5-68E0-B21F-50676EB34025}"/>
          </ac:spMkLst>
        </pc:spChg>
        <pc:spChg chg="add mod">
          <ac:chgData name="Nicolas Mafla Viscarra" userId="7541278d-a1b6-4242-a42c-b7f08c368fd7" providerId="ADAL" clId="{98F1196F-3D95-40AC-8B98-2A8D46E60A8E}" dt="2026-06-08T05:07:31.798" v="1064" actId="1076"/>
          <ac:spMkLst>
            <pc:docMk/>
            <pc:sldMk cId="230494754" sldId="256"/>
            <ac:spMk id="93" creationId="{34CA90BA-FC5C-C089-CA9E-A9DC58FF59FD}"/>
          </ac:spMkLst>
        </pc:spChg>
        <pc:spChg chg="add mod">
          <ac:chgData name="Nicolas Mafla Viscarra" userId="7541278d-a1b6-4242-a42c-b7f08c368fd7" providerId="ADAL" clId="{98F1196F-3D95-40AC-8B98-2A8D46E60A8E}" dt="2026-06-08T05:07:40.492" v="1065" actId="1076"/>
          <ac:spMkLst>
            <pc:docMk/>
            <pc:sldMk cId="230494754" sldId="256"/>
            <ac:spMk id="94" creationId="{B32457B3-7ECF-FB84-6BC4-76E5E3773A4D}"/>
          </ac:spMkLst>
        </pc:spChg>
        <pc:spChg chg="add mod">
          <ac:chgData name="Nicolas Mafla Viscarra" userId="7541278d-a1b6-4242-a42c-b7f08c368fd7" providerId="ADAL" clId="{98F1196F-3D95-40AC-8B98-2A8D46E60A8E}" dt="2026-06-08T05:06:47.490" v="1055" actId="1076"/>
          <ac:spMkLst>
            <pc:docMk/>
            <pc:sldMk cId="230494754" sldId="256"/>
            <ac:spMk id="97" creationId="{A82F4E27-6C9D-46E2-92AE-7FC0A259767F}"/>
          </ac:spMkLst>
        </pc:spChg>
        <pc:graphicFrameChg chg="add mod">
          <ac:chgData name="Nicolas Mafla Viscarra" userId="7541278d-a1b6-4242-a42c-b7f08c368fd7" providerId="ADAL" clId="{98F1196F-3D95-40AC-8B98-2A8D46E60A8E}" dt="2026-06-08T04:37:58.814" v="499"/>
          <ac:graphicFrameMkLst>
            <pc:docMk/>
            <pc:sldMk cId="230494754" sldId="256"/>
            <ac:graphicFrameMk id="54" creationId="{44E45119-D2FC-BDCA-B6DD-FB237245AE2F}"/>
          </ac:graphicFrameMkLst>
        </pc:graphicFrameChg>
        <pc:cxnChg chg="add mod">
          <ac:chgData name="Nicolas Mafla Viscarra" userId="7541278d-a1b6-4242-a42c-b7f08c368fd7" providerId="ADAL" clId="{98F1196F-3D95-40AC-8B98-2A8D46E60A8E}" dt="2026-06-08T04:16:08.615" v="156" actId="1076"/>
          <ac:cxnSpMkLst>
            <pc:docMk/>
            <pc:sldMk cId="230494754" sldId="256"/>
            <ac:cxnSpMk id="15" creationId="{5840BEB8-7CF1-9A00-299D-7DDE009A3B95}"/>
          </ac:cxnSpMkLst>
        </pc:cxnChg>
        <pc:cxnChg chg="add mod">
          <ac:chgData name="Nicolas Mafla Viscarra" userId="7541278d-a1b6-4242-a42c-b7f08c368fd7" providerId="ADAL" clId="{98F1196F-3D95-40AC-8B98-2A8D46E60A8E}" dt="2026-06-08T04:24:06.494" v="332" actId="14100"/>
          <ac:cxnSpMkLst>
            <pc:docMk/>
            <pc:sldMk cId="230494754" sldId="256"/>
            <ac:cxnSpMk id="22" creationId="{0755C059-DCB4-7302-22BD-115B9D48ADB1}"/>
          </ac:cxnSpMkLst>
        </pc:cxnChg>
        <pc:cxnChg chg="add mod">
          <ac:chgData name="Nicolas Mafla Viscarra" userId="7541278d-a1b6-4242-a42c-b7f08c368fd7" providerId="ADAL" clId="{98F1196F-3D95-40AC-8B98-2A8D46E60A8E}" dt="2026-06-08T04:25:41.642" v="335" actId="1076"/>
          <ac:cxnSpMkLst>
            <pc:docMk/>
            <pc:sldMk cId="230494754" sldId="256"/>
            <ac:cxnSpMk id="32" creationId="{381C517E-B878-8753-B131-FC745ECDC4BB}"/>
          </ac:cxnSpMkLst>
        </pc:cxnChg>
        <pc:cxnChg chg="add mod">
          <ac:chgData name="Nicolas Mafla Viscarra" userId="7541278d-a1b6-4242-a42c-b7f08c368fd7" providerId="ADAL" clId="{98F1196F-3D95-40AC-8B98-2A8D46E60A8E}" dt="2026-06-08T04:26:06.983" v="337" actId="1076"/>
          <ac:cxnSpMkLst>
            <pc:docMk/>
            <pc:sldMk cId="230494754" sldId="256"/>
            <ac:cxnSpMk id="35" creationId="{53097459-0E98-5631-13E5-6A8524CCF4FC}"/>
          </ac:cxnSpMkLst>
        </pc:cxnChg>
        <pc:cxnChg chg="add mod">
          <ac:chgData name="Nicolas Mafla Viscarra" userId="7541278d-a1b6-4242-a42c-b7f08c368fd7" providerId="ADAL" clId="{98F1196F-3D95-40AC-8B98-2A8D46E60A8E}" dt="2026-06-08T04:26:06.983" v="337" actId="1076"/>
          <ac:cxnSpMkLst>
            <pc:docMk/>
            <pc:sldMk cId="230494754" sldId="256"/>
            <ac:cxnSpMk id="36" creationId="{2C0953EF-BDC3-3EB1-CD7C-681A2A88077E}"/>
          </ac:cxnSpMkLst>
        </pc:cxnChg>
        <pc:cxnChg chg="add mod">
          <ac:chgData name="Nicolas Mafla Viscarra" userId="7541278d-a1b6-4242-a42c-b7f08c368fd7" providerId="ADAL" clId="{98F1196F-3D95-40AC-8B98-2A8D46E60A8E}" dt="2026-06-08T04:26:06.983" v="337" actId="1076"/>
          <ac:cxnSpMkLst>
            <pc:docMk/>
            <pc:sldMk cId="230494754" sldId="256"/>
            <ac:cxnSpMk id="37" creationId="{7C0DE73A-B374-0A8A-0323-4BC2DE168CA8}"/>
          </ac:cxnSpMkLst>
        </pc:cxnChg>
        <pc:cxnChg chg="add mod">
          <ac:chgData name="Nicolas Mafla Viscarra" userId="7541278d-a1b6-4242-a42c-b7f08c368fd7" providerId="ADAL" clId="{98F1196F-3D95-40AC-8B98-2A8D46E60A8E}" dt="2026-06-08T04:26:06.983" v="337" actId="1076"/>
          <ac:cxnSpMkLst>
            <pc:docMk/>
            <pc:sldMk cId="230494754" sldId="256"/>
            <ac:cxnSpMk id="38" creationId="{62EAD576-EF59-62A5-621D-15868C86C56A}"/>
          </ac:cxnSpMkLst>
        </pc:cxnChg>
        <pc:cxnChg chg="add mod">
          <ac:chgData name="Nicolas Mafla Viscarra" userId="7541278d-a1b6-4242-a42c-b7f08c368fd7" providerId="ADAL" clId="{98F1196F-3D95-40AC-8B98-2A8D46E60A8E}" dt="2026-06-08T04:40:40.337" v="552" actId="1076"/>
          <ac:cxnSpMkLst>
            <pc:docMk/>
            <pc:sldMk cId="230494754" sldId="256"/>
            <ac:cxnSpMk id="39" creationId="{61CEAF3B-15CD-458B-5822-40256E0F8D23}"/>
          </ac:cxnSpMkLst>
        </pc:cxnChg>
        <pc:cxnChg chg="add mod">
          <ac:chgData name="Nicolas Mafla Viscarra" userId="7541278d-a1b6-4242-a42c-b7f08c368fd7" providerId="ADAL" clId="{98F1196F-3D95-40AC-8B98-2A8D46E60A8E}" dt="2026-06-08T04:40:40.337" v="552" actId="1076"/>
          <ac:cxnSpMkLst>
            <pc:docMk/>
            <pc:sldMk cId="230494754" sldId="256"/>
            <ac:cxnSpMk id="42" creationId="{903B2F14-5357-47A2-8082-231A2B1C55B0}"/>
          </ac:cxnSpMkLst>
        </pc:cxnChg>
        <pc:cxnChg chg="add mod">
          <ac:chgData name="Nicolas Mafla Viscarra" userId="7541278d-a1b6-4242-a42c-b7f08c368fd7" providerId="ADAL" clId="{98F1196F-3D95-40AC-8B98-2A8D46E60A8E}" dt="2026-06-08T04:40:40.337" v="552" actId="1076"/>
          <ac:cxnSpMkLst>
            <pc:docMk/>
            <pc:sldMk cId="230494754" sldId="256"/>
            <ac:cxnSpMk id="43" creationId="{A1F4018A-7DA7-AF55-6166-1ABAE47E0E37}"/>
          </ac:cxnSpMkLst>
        </pc:cxnChg>
        <pc:cxnChg chg="add mod">
          <ac:chgData name="Nicolas Mafla Viscarra" userId="7541278d-a1b6-4242-a42c-b7f08c368fd7" providerId="ADAL" clId="{98F1196F-3D95-40AC-8B98-2A8D46E60A8E}" dt="2026-06-08T04:40:40.337" v="552" actId="1076"/>
          <ac:cxnSpMkLst>
            <pc:docMk/>
            <pc:sldMk cId="230494754" sldId="256"/>
            <ac:cxnSpMk id="44" creationId="{1A09F440-71F2-2F35-341B-9761345DB844}"/>
          </ac:cxnSpMkLst>
        </pc:cxnChg>
        <pc:cxnChg chg="add mod">
          <ac:chgData name="Nicolas Mafla Viscarra" userId="7541278d-a1b6-4242-a42c-b7f08c368fd7" providerId="ADAL" clId="{98F1196F-3D95-40AC-8B98-2A8D46E60A8E}" dt="2026-06-08T04:40:40.337" v="552" actId="1076"/>
          <ac:cxnSpMkLst>
            <pc:docMk/>
            <pc:sldMk cId="230494754" sldId="256"/>
            <ac:cxnSpMk id="45" creationId="{CF479352-4F12-41A1-3029-114D15948199}"/>
          </ac:cxnSpMkLst>
        </pc:cxnChg>
        <pc:cxnChg chg="add mod">
          <ac:chgData name="Nicolas Mafla Viscarra" userId="7541278d-a1b6-4242-a42c-b7f08c368fd7" providerId="ADAL" clId="{98F1196F-3D95-40AC-8B98-2A8D46E60A8E}" dt="2026-06-08T04:41:25.188" v="558" actId="1076"/>
          <ac:cxnSpMkLst>
            <pc:docMk/>
            <pc:sldMk cId="230494754" sldId="256"/>
            <ac:cxnSpMk id="55" creationId="{3ED12E32-7D9E-5FEE-67D1-73B4D291CDCA}"/>
          </ac:cxnSpMkLst>
        </pc:cxnChg>
        <pc:cxnChg chg="add mod">
          <ac:chgData name="Nicolas Mafla Viscarra" userId="7541278d-a1b6-4242-a42c-b7f08c368fd7" providerId="ADAL" clId="{98F1196F-3D95-40AC-8B98-2A8D46E60A8E}" dt="2026-06-08T04:48:26.218" v="645" actId="1076"/>
          <ac:cxnSpMkLst>
            <pc:docMk/>
            <pc:sldMk cId="230494754" sldId="256"/>
            <ac:cxnSpMk id="57" creationId="{703EDB17-B8CD-D6ED-8FF3-634BDDB5C825}"/>
          </ac:cxnSpMkLst>
        </pc:cxnChg>
        <pc:cxnChg chg="add mod">
          <ac:chgData name="Nicolas Mafla Viscarra" userId="7541278d-a1b6-4242-a42c-b7f08c368fd7" providerId="ADAL" clId="{98F1196F-3D95-40AC-8B98-2A8D46E60A8E}" dt="2026-06-08T04:49:56.006" v="711" actId="14100"/>
          <ac:cxnSpMkLst>
            <pc:docMk/>
            <pc:sldMk cId="230494754" sldId="256"/>
            <ac:cxnSpMk id="59" creationId="{47366D30-0B91-6D2D-935B-55DF83D31712}"/>
          </ac:cxnSpMkLst>
        </pc:cxnChg>
        <pc:cxnChg chg="add mod">
          <ac:chgData name="Nicolas Mafla Viscarra" userId="7541278d-a1b6-4242-a42c-b7f08c368fd7" providerId="ADAL" clId="{98F1196F-3D95-40AC-8B98-2A8D46E60A8E}" dt="2026-06-08T04:51:11.763" v="746" actId="14100"/>
          <ac:cxnSpMkLst>
            <pc:docMk/>
            <pc:sldMk cId="230494754" sldId="256"/>
            <ac:cxnSpMk id="62" creationId="{0CA48C47-D661-06DE-8501-5CE3E7966B70}"/>
          </ac:cxnSpMkLst>
        </pc:cxnChg>
        <pc:cxnChg chg="add mod">
          <ac:chgData name="Nicolas Mafla Viscarra" userId="7541278d-a1b6-4242-a42c-b7f08c368fd7" providerId="ADAL" clId="{98F1196F-3D95-40AC-8B98-2A8D46E60A8E}" dt="2026-06-08T04:51:38.370" v="748" actId="1076"/>
          <ac:cxnSpMkLst>
            <pc:docMk/>
            <pc:sldMk cId="230494754" sldId="256"/>
            <ac:cxnSpMk id="66" creationId="{D7DDA041-474E-5FCB-6CA9-51E6912E38F2}"/>
          </ac:cxnSpMkLst>
        </pc:cxnChg>
        <pc:cxnChg chg="add mod">
          <ac:chgData name="Nicolas Mafla Viscarra" userId="7541278d-a1b6-4242-a42c-b7f08c368fd7" providerId="ADAL" clId="{98F1196F-3D95-40AC-8B98-2A8D46E60A8E}" dt="2026-06-08T04:52:35.687" v="781" actId="14100"/>
          <ac:cxnSpMkLst>
            <pc:docMk/>
            <pc:sldMk cId="230494754" sldId="256"/>
            <ac:cxnSpMk id="69" creationId="{7716B581-8C4A-B271-FD43-BD8922B2336A}"/>
          </ac:cxnSpMkLst>
        </pc:cxnChg>
        <pc:cxnChg chg="add mod">
          <ac:chgData name="Nicolas Mafla Viscarra" userId="7541278d-a1b6-4242-a42c-b7f08c368fd7" providerId="ADAL" clId="{98F1196F-3D95-40AC-8B98-2A8D46E60A8E}" dt="2026-06-08T04:54:32.773" v="868" actId="1076"/>
          <ac:cxnSpMkLst>
            <pc:docMk/>
            <pc:sldMk cId="230494754" sldId="256"/>
            <ac:cxnSpMk id="73" creationId="{B7188D59-5D23-52C3-295C-2BC365340DD1}"/>
          </ac:cxnSpMkLst>
        </pc:cxnChg>
        <pc:cxnChg chg="add del mod">
          <ac:chgData name="Nicolas Mafla Viscarra" userId="7541278d-a1b6-4242-a42c-b7f08c368fd7" providerId="ADAL" clId="{98F1196F-3D95-40AC-8B98-2A8D46E60A8E}" dt="2026-06-08T05:05:48.111" v="1030" actId="478"/>
          <ac:cxnSpMkLst>
            <pc:docMk/>
            <pc:sldMk cId="230494754" sldId="256"/>
            <ac:cxnSpMk id="75" creationId="{F5C14C32-DD8F-FF24-B30E-1463C2BF3581}"/>
          </ac:cxnSpMkLst>
        </pc:cxnChg>
        <pc:cxnChg chg="add del mod">
          <ac:chgData name="Nicolas Mafla Viscarra" userId="7541278d-a1b6-4242-a42c-b7f08c368fd7" providerId="ADAL" clId="{98F1196F-3D95-40AC-8B98-2A8D46E60A8E}" dt="2026-06-08T05:04:07.731" v="986" actId="478"/>
          <ac:cxnSpMkLst>
            <pc:docMk/>
            <pc:sldMk cId="230494754" sldId="256"/>
            <ac:cxnSpMk id="76" creationId="{29168012-91EA-65AF-9A66-FB76C7502D94}"/>
          </ac:cxnSpMkLst>
        </pc:cxnChg>
        <pc:cxnChg chg="add del mod">
          <ac:chgData name="Nicolas Mafla Viscarra" userId="7541278d-a1b6-4242-a42c-b7f08c368fd7" providerId="ADAL" clId="{98F1196F-3D95-40AC-8B98-2A8D46E60A8E}" dt="2026-06-08T04:56:44.491" v="891" actId="478"/>
          <ac:cxnSpMkLst>
            <pc:docMk/>
            <pc:sldMk cId="230494754" sldId="256"/>
            <ac:cxnSpMk id="77" creationId="{2FB4DC28-B79C-0C42-D1FA-240CCCF5AB62}"/>
          </ac:cxnSpMkLst>
        </pc:cxnChg>
        <pc:cxnChg chg="add mod">
          <ac:chgData name="Nicolas Mafla Viscarra" userId="7541278d-a1b6-4242-a42c-b7f08c368fd7" providerId="ADAL" clId="{98F1196F-3D95-40AC-8B98-2A8D46E60A8E}" dt="2026-06-08T05:02:41.360" v="974" actId="1076"/>
          <ac:cxnSpMkLst>
            <pc:docMk/>
            <pc:sldMk cId="230494754" sldId="256"/>
            <ac:cxnSpMk id="83" creationId="{EB707DC7-2788-522D-D8F9-26A9262259E5}"/>
          </ac:cxnSpMkLst>
        </pc:cxnChg>
        <pc:cxnChg chg="add mod">
          <ac:chgData name="Nicolas Mafla Viscarra" userId="7541278d-a1b6-4242-a42c-b7f08c368fd7" providerId="ADAL" clId="{98F1196F-3D95-40AC-8B98-2A8D46E60A8E}" dt="2026-06-08T05:07:05.772" v="1057" actId="1076"/>
          <ac:cxnSpMkLst>
            <pc:docMk/>
            <pc:sldMk cId="230494754" sldId="256"/>
            <ac:cxnSpMk id="84" creationId="{8760DC79-93A7-7769-A778-D2D426696CAC}"/>
          </ac:cxnSpMkLst>
        </pc:cxnChg>
        <pc:cxnChg chg="add mod">
          <ac:chgData name="Nicolas Mafla Viscarra" userId="7541278d-a1b6-4242-a42c-b7f08c368fd7" providerId="ADAL" clId="{98F1196F-3D95-40AC-8B98-2A8D46E60A8E}" dt="2026-06-08T05:04:48.608" v="993"/>
          <ac:cxnSpMkLst>
            <pc:docMk/>
            <pc:sldMk cId="230494754" sldId="256"/>
            <ac:cxnSpMk id="85" creationId="{BD7BA147-0A75-EC20-E193-3483B0375903}"/>
          </ac:cxnSpMkLst>
        </pc:cxnChg>
        <pc:cxnChg chg="add mod">
          <ac:chgData name="Nicolas Mafla Viscarra" userId="7541278d-a1b6-4242-a42c-b7f08c368fd7" providerId="ADAL" clId="{98F1196F-3D95-40AC-8B98-2A8D46E60A8E}" dt="2026-06-08T05:04:48.608" v="993"/>
          <ac:cxnSpMkLst>
            <pc:docMk/>
            <pc:sldMk cId="230494754" sldId="256"/>
            <ac:cxnSpMk id="86" creationId="{1E47FD56-6FAC-9AA5-B064-3F52A2A11122}"/>
          </ac:cxnSpMkLst>
        </pc:cxnChg>
        <pc:cxnChg chg="add mod">
          <ac:chgData name="Nicolas Mafla Viscarra" userId="7541278d-a1b6-4242-a42c-b7f08c368fd7" providerId="ADAL" clId="{98F1196F-3D95-40AC-8B98-2A8D46E60A8E}" dt="2026-06-08T05:04:48.608" v="993"/>
          <ac:cxnSpMkLst>
            <pc:docMk/>
            <pc:sldMk cId="230494754" sldId="256"/>
            <ac:cxnSpMk id="87" creationId="{6D44D8AA-01EC-21D9-F6A1-C12C19CB01BC}"/>
          </ac:cxnSpMkLst>
        </pc:cxnChg>
        <pc:cxnChg chg="add mod">
          <ac:chgData name="Nicolas Mafla Viscarra" userId="7541278d-a1b6-4242-a42c-b7f08c368fd7" providerId="ADAL" clId="{98F1196F-3D95-40AC-8B98-2A8D46E60A8E}" dt="2026-06-08T05:04:48.608" v="993"/>
          <ac:cxnSpMkLst>
            <pc:docMk/>
            <pc:sldMk cId="230494754" sldId="256"/>
            <ac:cxnSpMk id="88" creationId="{5D823651-E070-C6A1-62FA-4B53EBD8993F}"/>
          </ac:cxnSpMkLst>
        </pc:cxnChg>
        <pc:cxnChg chg="add mod">
          <ac:chgData name="Nicolas Mafla Viscarra" userId="7541278d-a1b6-4242-a42c-b7f08c368fd7" providerId="ADAL" clId="{98F1196F-3D95-40AC-8B98-2A8D46E60A8E}" dt="2026-06-08T05:07:25.876" v="1062" actId="1076"/>
          <ac:cxnSpMkLst>
            <pc:docMk/>
            <pc:sldMk cId="230494754" sldId="256"/>
            <ac:cxnSpMk id="89" creationId="{27D7443F-25C8-D8B9-C729-B58C51D42BE5}"/>
          </ac:cxnSpMkLst>
        </pc:cxnChg>
        <pc:cxnChg chg="add mod">
          <ac:chgData name="Nicolas Mafla Viscarra" userId="7541278d-a1b6-4242-a42c-b7f08c368fd7" providerId="ADAL" clId="{98F1196F-3D95-40AC-8B98-2A8D46E60A8E}" dt="2026-06-08T05:07:27.865" v="1063" actId="1076"/>
          <ac:cxnSpMkLst>
            <pc:docMk/>
            <pc:sldMk cId="230494754" sldId="256"/>
            <ac:cxnSpMk id="90" creationId="{1B2BF99D-DE93-1D1D-4061-ECF4B995AE3E}"/>
          </ac:cxnSpMkLst>
        </pc:cxnChg>
        <pc:cxnChg chg="add mod">
          <ac:chgData name="Nicolas Mafla Viscarra" userId="7541278d-a1b6-4242-a42c-b7f08c368fd7" providerId="ADAL" clId="{98F1196F-3D95-40AC-8B98-2A8D46E60A8E}" dt="2026-06-08T05:07:21.302" v="1061" actId="1076"/>
          <ac:cxnSpMkLst>
            <pc:docMk/>
            <pc:sldMk cId="230494754" sldId="256"/>
            <ac:cxnSpMk id="91" creationId="{A87F779D-362D-BEC8-CF9F-E8D3B26B9AAB}"/>
          </ac:cxnSpMkLst>
        </pc:cxnChg>
        <pc:cxnChg chg="add mod">
          <ac:chgData name="Nicolas Mafla Viscarra" userId="7541278d-a1b6-4242-a42c-b7f08c368fd7" providerId="ADAL" clId="{98F1196F-3D95-40AC-8B98-2A8D46E60A8E}" dt="2026-06-08T05:07:18.036" v="1060" actId="1076"/>
          <ac:cxnSpMkLst>
            <pc:docMk/>
            <pc:sldMk cId="230494754" sldId="256"/>
            <ac:cxnSpMk id="92" creationId="{62E6A452-99EF-0685-B814-423A711821A6}"/>
          </ac:cxnSpMkLst>
        </pc:cxnChg>
        <pc:cxnChg chg="add mod">
          <ac:chgData name="Nicolas Mafla Viscarra" userId="7541278d-a1b6-4242-a42c-b7f08c368fd7" providerId="ADAL" clId="{98F1196F-3D95-40AC-8B98-2A8D46E60A8E}" dt="2026-06-08T05:05:46.203" v="1029" actId="1076"/>
          <ac:cxnSpMkLst>
            <pc:docMk/>
            <pc:sldMk cId="230494754" sldId="256"/>
            <ac:cxnSpMk id="95" creationId="{1337F428-E310-FBA0-E233-D1A7DDE87E26}"/>
          </ac:cxnSpMkLst>
        </pc:cxnChg>
        <pc:cxnChg chg="add mod">
          <ac:chgData name="Nicolas Mafla Viscarra" userId="7541278d-a1b6-4242-a42c-b7f08c368fd7" providerId="ADAL" clId="{98F1196F-3D95-40AC-8B98-2A8D46E60A8E}" dt="2026-06-08T05:06:26.555" v="1034" actId="1076"/>
          <ac:cxnSpMkLst>
            <pc:docMk/>
            <pc:sldMk cId="230494754" sldId="256"/>
            <ac:cxnSpMk id="96" creationId="{7F7E7918-E25A-ED76-177D-7F8909BEBAD1}"/>
          </ac:cxnSpMkLst>
        </pc:cxnChg>
      </pc:sldChg>
      <pc:sldChg chg="modSp add del">
        <pc:chgData name="Nicolas Mafla Viscarra" userId="7541278d-a1b6-4242-a42c-b7f08c368fd7" providerId="ADAL" clId="{98F1196F-3D95-40AC-8B98-2A8D46E60A8E}" dt="2026-06-08T05:06:57.394" v="1056" actId="47"/>
        <pc:sldMkLst>
          <pc:docMk/>
          <pc:sldMk cId="4154727171" sldId="257"/>
        </pc:sldMkLst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2" creationId="{E510DCDC-8D84-590C-426F-4E027CDCD88C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5" creationId="{F45495E0-6F54-63AB-D55F-6F5391BEDAE1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29" creationId="{1FD84095-BF41-7C1B-7C54-FDF0C6A6D481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30" creationId="{33B4E2D9-B709-E939-BDE8-F6A306865A55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32" creationId="{1C38B759-5DE8-A11B-FCF7-C26AF8551261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33" creationId="{46AA7D5E-09EE-76F0-6A76-C665B4C24295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40" creationId="{F30C4427-C5EC-2E74-BAF2-6FF2A65F3789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46" creationId="{7B699CC4-5AEA-19BA-601A-18C0D2624BAA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47" creationId="{1388842F-0B01-9AB2-7999-FBBE683A0BCC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4154727171" sldId="257"/>
            <ac:spMk id="49" creationId="{E8265410-233D-8D21-BC6D-6E990A0A7ED8}"/>
          </ac:spMkLst>
        </pc:spChg>
      </pc:sldChg>
      <pc:sldChg chg="modSp new del">
        <pc:chgData name="Nicolas Mafla Viscarra" userId="7541278d-a1b6-4242-a42c-b7f08c368fd7" providerId="ADAL" clId="{98F1196F-3D95-40AC-8B98-2A8D46E60A8E}" dt="2026-06-08T05:04:27.101" v="992" actId="47"/>
        <pc:sldMkLst>
          <pc:docMk/>
          <pc:sldMk cId="2435837781" sldId="258"/>
        </pc:sldMkLst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2435837781" sldId="258"/>
            <ac:spMk id="2" creationId="{B1AF1404-0A96-69A6-8240-D3BDDDF1EA07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k cId="2435837781" sldId="258"/>
            <ac:spMk id="3" creationId="{3F1E3AA9-BEE1-959D-8C16-105AD6D86DEF}"/>
          </ac:spMkLst>
        </pc:spChg>
      </pc:sldChg>
      <pc:sldChg chg="addSp delSp modSp add del mod">
        <pc:chgData name="Nicolas Mafla Viscarra" userId="7541278d-a1b6-4242-a42c-b7f08c368fd7" providerId="ADAL" clId="{98F1196F-3D95-40AC-8B98-2A8D46E60A8E}" dt="2026-06-08T05:04:26.047" v="991" actId="47"/>
        <pc:sldMkLst>
          <pc:docMk/>
          <pc:sldMk cId="3834161147" sldId="259"/>
        </pc:sldMkLst>
        <pc:spChg chg="mod">
          <ac:chgData name="Nicolas Mafla Viscarra" userId="7541278d-a1b6-4242-a42c-b7f08c368fd7" providerId="ADAL" clId="{98F1196F-3D95-40AC-8B98-2A8D46E60A8E}" dt="2026-06-08T04:58:54.363" v="918" actId="1076"/>
          <ac:spMkLst>
            <pc:docMk/>
            <pc:sldMk cId="3834161147" sldId="259"/>
            <ac:spMk id="8" creationId="{F3FD6653-29EF-F996-1B8A-983E02F627EE}"/>
          </ac:spMkLst>
        </pc:spChg>
        <pc:spChg chg="mod">
          <ac:chgData name="Nicolas Mafla Viscarra" userId="7541278d-a1b6-4242-a42c-b7f08c368fd7" providerId="ADAL" clId="{98F1196F-3D95-40AC-8B98-2A8D46E60A8E}" dt="2026-06-08T04:58:54.363" v="918" actId="1076"/>
          <ac:spMkLst>
            <pc:docMk/>
            <pc:sldMk cId="3834161147" sldId="259"/>
            <ac:spMk id="48" creationId="{D31A254C-4108-5177-DDCA-7C539D7A10D6}"/>
          </ac:spMkLst>
        </pc:spChg>
        <pc:spChg chg="mod">
          <ac:chgData name="Nicolas Mafla Viscarra" userId="7541278d-a1b6-4242-a42c-b7f08c368fd7" providerId="ADAL" clId="{98F1196F-3D95-40AC-8B98-2A8D46E60A8E}" dt="2026-06-08T04:59:19.956" v="923" actId="1076"/>
          <ac:spMkLst>
            <pc:docMk/>
            <pc:sldMk cId="3834161147" sldId="259"/>
            <ac:spMk id="56" creationId="{F3CCEC46-C8C4-7DDF-501B-96926FADDBD5}"/>
          </ac:spMkLst>
        </pc:spChg>
        <pc:spChg chg="mod">
          <ac:chgData name="Nicolas Mafla Viscarra" userId="7541278d-a1b6-4242-a42c-b7f08c368fd7" providerId="ADAL" clId="{98F1196F-3D95-40AC-8B98-2A8D46E60A8E}" dt="2026-06-08T04:59:35.790" v="928" actId="1076"/>
          <ac:spMkLst>
            <pc:docMk/>
            <pc:sldMk cId="3834161147" sldId="259"/>
            <ac:spMk id="58" creationId="{BD33AF45-CA8D-0AE7-4EFB-919C7E965D5B}"/>
          </ac:spMkLst>
        </pc:spChg>
        <pc:cxnChg chg="add mod">
          <ac:chgData name="Nicolas Mafla Viscarra" userId="7541278d-a1b6-4242-a42c-b7f08c368fd7" providerId="ADAL" clId="{98F1196F-3D95-40AC-8B98-2A8D46E60A8E}" dt="2026-06-08T04:58:47.314" v="917" actId="1076"/>
          <ac:cxnSpMkLst>
            <pc:docMk/>
            <pc:sldMk cId="3834161147" sldId="259"/>
            <ac:cxnSpMk id="2" creationId="{856795CD-70B9-A1D0-E941-BA705A54348F}"/>
          </ac:cxnSpMkLst>
        </pc:cxnChg>
        <pc:cxnChg chg="del">
          <ac:chgData name="Nicolas Mafla Viscarra" userId="7541278d-a1b6-4242-a42c-b7f08c368fd7" providerId="ADAL" clId="{98F1196F-3D95-40AC-8B98-2A8D46E60A8E}" dt="2026-06-08T04:59:06.747" v="919" actId="478"/>
          <ac:cxnSpMkLst>
            <pc:docMk/>
            <pc:sldMk cId="3834161147" sldId="259"/>
            <ac:cxnSpMk id="39" creationId="{EAF0A507-198C-2EED-4E52-4D5B2160A36B}"/>
          </ac:cxnSpMkLst>
        </pc:cxnChg>
        <pc:cxnChg chg="mod">
          <ac:chgData name="Nicolas Mafla Viscarra" userId="7541278d-a1b6-4242-a42c-b7f08c368fd7" providerId="ADAL" clId="{98F1196F-3D95-40AC-8B98-2A8D46E60A8E}" dt="2026-06-08T04:59:19.956" v="923" actId="1076"/>
          <ac:cxnSpMkLst>
            <pc:docMk/>
            <pc:sldMk cId="3834161147" sldId="259"/>
            <ac:cxnSpMk id="57" creationId="{82F4F21E-406D-BED2-09B7-019AD9DAE512}"/>
          </ac:cxnSpMkLst>
        </pc:cxnChg>
        <pc:cxnChg chg="mod">
          <ac:chgData name="Nicolas Mafla Viscarra" userId="7541278d-a1b6-4242-a42c-b7f08c368fd7" providerId="ADAL" clId="{98F1196F-3D95-40AC-8B98-2A8D46E60A8E}" dt="2026-06-08T04:59:35.790" v="928" actId="1076"/>
          <ac:cxnSpMkLst>
            <pc:docMk/>
            <pc:sldMk cId="3834161147" sldId="259"/>
            <ac:cxnSpMk id="59" creationId="{44CA3A82-1B3A-4C60-FDFE-94CDA03A40E9}"/>
          </ac:cxnSpMkLst>
        </pc:cxnChg>
        <pc:cxnChg chg="del mod">
          <ac:chgData name="Nicolas Mafla Viscarra" userId="7541278d-a1b6-4242-a42c-b7f08c368fd7" providerId="ADAL" clId="{98F1196F-3D95-40AC-8B98-2A8D46E60A8E}" dt="2026-06-08T04:59:12.020" v="922" actId="478"/>
          <ac:cxnSpMkLst>
            <pc:docMk/>
            <pc:sldMk cId="3834161147" sldId="259"/>
            <ac:cxnSpMk id="62" creationId="{D4DC25FB-16D6-AF58-7C57-DF8F28778BA0}"/>
          </ac:cxnSpMkLst>
        </pc:cxnChg>
      </pc:sldChg>
      <pc:sldMasterChg chg="modSp modSldLayout">
        <pc:chgData name="Nicolas Mafla Viscarra" userId="7541278d-a1b6-4242-a42c-b7f08c368fd7" providerId="ADAL" clId="{98F1196F-3D95-40AC-8B98-2A8D46E60A8E}" dt="2026-06-08T04:46:10.016" v="616"/>
        <pc:sldMasterMkLst>
          <pc:docMk/>
          <pc:sldMasterMk cId="3411964237" sldId="2147483648"/>
        </pc:sldMasterMkLst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asterMk cId="3411964237" sldId="2147483648"/>
            <ac:spMk id="2" creationId="{54F703B5-A770-96D7-DF4E-A19601A9A8EB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asterMk cId="3411964237" sldId="2147483648"/>
            <ac:spMk id="3" creationId="{7FE07E71-3425-03EE-CF78-7CDE02A4B858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asterMk cId="3411964237" sldId="2147483648"/>
            <ac:spMk id="4" creationId="{2D6614FF-66D1-B55A-C8CB-E27F896452B8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asterMk cId="3411964237" sldId="2147483648"/>
            <ac:spMk id="5" creationId="{4B64A214-994D-2CC3-C0C4-BE727EAECD26}"/>
          </ac:spMkLst>
        </pc:spChg>
        <pc:spChg chg="mod">
          <ac:chgData name="Nicolas Mafla Viscarra" userId="7541278d-a1b6-4242-a42c-b7f08c368fd7" providerId="ADAL" clId="{98F1196F-3D95-40AC-8B98-2A8D46E60A8E}" dt="2026-06-08T04:46:10.016" v="616"/>
          <ac:spMkLst>
            <pc:docMk/>
            <pc:sldMasterMk cId="3411964237" sldId="2147483648"/>
            <ac:spMk id="6" creationId="{49BA7C23-1176-66E8-2720-88C7756B8EFF}"/>
          </ac:spMkLst>
        </pc:spChg>
        <pc:sldLayoutChg chg="modSp">
          <pc:chgData name="Nicolas Mafla Viscarra" userId="7541278d-a1b6-4242-a42c-b7f08c368fd7" providerId="ADAL" clId="{98F1196F-3D95-40AC-8B98-2A8D46E60A8E}" dt="2026-06-08T04:46:10.016" v="616"/>
          <pc:sldLayoutMkLst>
            <pc:docMk/>
            <pc:sldMasterMk cId="3411964237" sldId="2147483648"/>
            <pc:sldLayoutMk cId="369732628" sldId="2147483649"/>
          </pc:sldLayoutMkLst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369732628" sldId="2147483649"/>
              <ac:spMk id="2" creationId="{4EFB0FFB-79F6-FF84-4488-3934868A2B45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369732628" sldId="2147483649"/>
              <ac:spMk id="3" creationId="{F928EA1A-B119-F56B-1356-CAFDA2FA5723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6:10.016" v="616"/>
          <pc:sldLayoutMkLst>
            <pc:docMk/>
            <pc:sldMasterMk cId="3411964237" sldId="2147483648"/>
            <pc:sldLayoutMk cId="3877356284" sldId="2147483651"/>
          </pc:sldLayoutMkLst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3877356284" sldId="2147483651"/>
              <ac:spMk id="2" creationId="{87E1B7D9-30E2-D9B6-55D8-5BF81569BFAB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3877356284" sldId="2147483651"/>
              <ac:spMk id="3" creationId="{EA496356-3CC5-1122-1000-40ABFE1A1281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6:10.016" v="616"/>
          <pc:sldLayoutMkLst>
            <pc:docMk/>
            <pc:sldMasterMk cId="3411964237" sldId="2147483648"/>
            <pc:sldLayoutMk cId="3889429365" sldId="2147483652"/>
          </pc:sldLayoutMkLst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3889429365" sldId="2147483652"/>
              <ac:spMk id="3" creationId="{420CA7E2-CA65-E478-B38E-1C8D3AA47394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3889429365" sldId="2147483652"/>
              <ac:spMk id="4" creationId="{C887D4CF-F107-3DEA-E27F-7EBDD9008973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6:10.016" v="616"/>
          <pc:sldLayoutMkLst>
            <pc:docMk/>
            <pc:sldMasterMk cId="3411964237" sldId="2147483648"/>
            <pc:sldLayoutMk cId="8482320" sldId="2147483653"/>
          </pc:sldLayoutMkLst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8482320" sldId="2147483653"/>
              <ac:spMk id="2" creationId="{93798159-6F1D-97DF-CE85-F59993A90218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8482320" sldId="2147483653"/>
              <ac:spMk id="3" creationId="{A92E99BF-3117-5786-A4E2-D23D3AD5BBA2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8482320" sldId="2147483653"/>
              <ac:spMk id="4" creationId="{63D2A5B9-5754-D644-1CA9-E3AC4219489A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8482320" sldId="2147483653"/>
              <ac:spMk id="5" creationId="{25ED3B18-00D9-9BD4-306F-0386FFDCDBFD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8482320" sldId="2147483653"/>
              <ac:spMk id="6" creationId="{2A48F7A6-3D8F-8A89-FAB8-D9BE6FC134EA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6:10.016" v="616"/>
          <pc:sldLayoutMkLst>
            <pc:docMk/>
            <pc:sldMasterMk cId="3411964237" sldId="2147483648"/>
            <pc:sldLayoutMk cId="717686836" sldId="2147483656"/>
          </pc:sldLayoutMkLst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717686836" sldId="2147483656"/>
              <ac:spMk id="2" creationId="{9C685648-19AD-7D94-477B-2B3775E928B6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717686836" sldId="2147483656"/>
              <ac:spMk id="3" creationId="{13E7EC9B-9609-4CBD-AF98-10F5E41723A8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717686836" sldId="2147483656"/>
              <ac:spMk id="4" creationId="{47760E25-4DB0-72A1-426D-064065F5332E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6:10.016" v="616"/>
          <pc:sldLayoutMkLst>
            <pc:docMk/>
            <pc:sldMasterMk cId="3411964237" sldId="2147483648"/>
            <pc:sldLayoutMk cId="2957716010" sldId="2147483657"/>
          </pc:sldLayoutMkLst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2957716010" sldId="2147483657"/>
              <ac:spMk id="2" creationId="{834D5762-B980-78B4-478B-27CBD9A96F7D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2957716010" sldId="2147483657"/>
              <ac:spMk id="3" creationId="{1F74BD2D-7B85-5BD5-99DD-40BEFD90CA6D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2957716010" sldId="2147483657"/>
              <ac:spMk id="4" creationId="{A790991B-CE07-9C97-F2DE-F58837CE2884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6:10.016" v="616"/>
          <pc:sldLayoutMkLst>
            <pc:docMk/>
            <pc:sldMasterMk cId="3411964237" sldId="2147483648"/>
            <pc:sldLayoutMk cId="2608094867" sldId="2147483659"/>
          </pc:sldLayoutMkLst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2608094867" sldId="2147483659"/>
              <ac:spMk id="2" creationId="{9F82C171-B159-65F7-47A2-EC675977B265}"/>
            </ac:spMkLst>
          </pc:spChg>
          <pc:spChg chg="mod">
            <ac:chgData name="Nicolas Mafla Viscarra" userId="7541278d-a1b6-4242-a42c-b7f08c368fd7" providerId="ADAL" clId="{98F1196F-3D95-40AC-8B98-2A8D46E60A8E}" dt="2026-06-08T04:46:10.016" v="616"/>
            <ac:spMkLst>
              <pc:docMk/>
              <pc:sldMasterMk cId="3411964237" sldId="2147483648"/>
              <pc:sldLayoutMk cId="2608094867" sldId="2147483659"/>
              <ac:spMk id="3" creationId="{4A8EF48C-1616-3F26-5527-49B78F13EA96}"/>
            </ac:spMkLst>
          </pc:spChg>
        </pc:sldLayoutChg>
      </pc:sldMasterChg>
      <pc:sldMasterChg chg="modSp modSldLayout">
        <pc:chgData name="Nicolas Mafla Viscarra" userId="7541278d-a1b6-4242-a42c-b7f08c368fd7" providerId="ADAL" clId="{98F1196F-3D95-40AC-8B98-2A8D46E60A8E}" dt="2026-06-08T04:45:47.430" v="613"/>
        <pc:sldMasterMkLst>
          <pc:docMk/>
          <pc:sldMasterMk cId="3517704065" sldId="2147483660"/>
        </pc:sldMasterMkLst>
        <pc:spChg chg="mod">
          <ac:chgData name="Nicolas Mafla Viscarra" userId="7541278d-a1b6-4242-a42c-b7f08c368fd7" providerId="ADAL" clId="{98F1196F-3D95-40AC-8B98-2A8D46E60A8E}" dt="2026-06-08T04:45:47.430" v="613"/>
          <ac:spMkLst>
            <pc:docMk/>
            <pc:sldMasterMk cId="3517704065" sldId="2147483660"/>
            <ac:spMk id="2" creationId="{00000000-0000-0000-0000-000000000000}"/>
          </ac:spMkLst>
        </pc:spChg>
        <pc:spChg chg="mod">
          <ac:chgData name="Nicolas Mafla Viscarra" userId="7541278d-a1b6-4242-a42c-b7f08c368fd7" providerId="ADAL" clId="{98F1196F-3D95-40AC-8B98-2A8D46E60A8E}" dt="2026-06-08T04:45:47.430" v="613"/>
          <ac:spMkLst>
            <pc:docMk/>
            <pc:sldMasterMk cId="3517704065" sldId="2147483660"/>
            <ac:spMk id="3" creationId="{00000000-0000-0000-0000-000000000000}"/>
          </ac:spMkLst>
        </pc:spChg>
        <pc:spChg chg="mod">
          <ac:chgData name="Nicolas Mafla Viscarra" userId="7541278d-a1b6-4242-a42c-b7f08c368fd7" providerId="ADAL" clId="{98F1196F-3D95-40AC-8B98-2A8D46E60A8E}" dt="2026-06-08T04:45:47.430" v="613"/>
          <ac:spMkLst>
            <pc:docMk/>
            <pc:sldMasterMk cId="3517704065" sldId="2147483660"/>
            <ac:spMk id="4" creationId="{00000000-0000-0000-0000-000000000000}"/>
          </ac:spMkLst>
        </pc:spChg>
        <pc:spChg chg="mod">
          <ac:chgData name="Nicolas Mafla Viscarra" userId="7541278d-a1b6-4242-a42c-b7f08c368fd7" providerId="ADAL" clId="{98F1196F-3D95-40AC-8B98-2A8D46E60A8E}" dt="2026-06-08T04:45:47.430" v="613"/>
          <ac:spMkLst>
            <pc:docMk/>
            <pc:sldMasterMk cId="3517704065" sldId="2147483660"/>
            <ac:spMk id="5" creationId="{00000000-0000-0000-0000-000000000000}"/>
          </ac:spMkLst>
        </pc:spChg>
        <pc:spChg chg="mod">
          <ac:chgData name="Nicolas Mafla Viscarra" userId="7541278d-a1b6-4242-a42c-b7f08c368fd7" providerId="ADAL" clId="{98F1196F-3D95-40AC-8B98-2A8D46E60A8E}" dt="2026-06-08T04:45:47.430" v="613"/>
          <ac:spMkLst>
            <pc:docMk/>
            <pc:sldMasterMk cId="3517704065" sldId="2147483660"/>
            <ac:spMk id="6" creationId="{00000000-0000-0000-0000-000000000000}"/>
          </ac:spMkLst>
        </pc:spChg>
        <pc:sldLayoutChg chg="modSp">
          <pc:chgData name="Nicolas Mafla Viscarra" userId="7541278d-a1b6-4242-a42c-b7f08c368fd7" providerId="ADAL" clId="{98F1196F-3D95-40AC-8B98-2A8D46E60A8E}" dt="2026-06-08T04:45:47.430" v="613"/>
          <pc:sldLayoutMkLst>
            <pc:docMk/>
            <pc:sldMasterMk cId="3517704065" sldId="2147483660"/>
            <pc:sldLayoutMk cId="3273191104" sldId="2147483661"/>
          </pc:sldLayoutMkLst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3273191104" sldId="2147483661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3273191104" sldId="2147483661"/>
              <ac:spMk id="3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7.430" v="613"/>
          <pc:sldLayoutMkLst>
            <pc:docMk/>
            <pc:sldMasterMk cId="3517704065" sldId="2147483660"/>
            <pc:sldLayoutMk cId="4278961761" sldId="2147483663"/>
          </pc:sldLayoutMkLst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4278961761" sldId="2147483663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4278961761" sldId="2147483663"/>
              <ac:spMk id="3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7.430" v="613"/>
          <pc:sldLayoutMkLst>
            <pc:docMk/>
            <pc:sldMasterMk cId="3517704065" sldId="2147483660"/>
            <pc:sldLayoutMk cId="1871123656" sldId="2147483664"/>
          </pc:sldLayoutMkLst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1871123656" sldId="2147483664"/>
              <ac:spMk id="3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1871123656" sldId="2147483664"/>
              <ac:spMk id="4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7.430" v="613"/>
          <pc:sldLayoutMkLst>
            <pc:docMk/>
            <pc:sldMasterMk cId="3517704065" sldId="2147483660"/>
            <pc:sldLayoutMk cId="1623051038" sldId="2147483665"/>
          </pc:sldLayoutMkLst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1623051038" sldId="2147483665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1623051038" sldId="2147483665"/>
              <ac:spMk id="3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1623051038" sldId="2147483665"/>
              <ac:spMk id="4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1623051038" sldId="2147483665"/>
              <ac:spMk id="5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1623051038" sldId="2147483665"/>
              <ac:spMk id="6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7.430" v="613"/>
          <pc:sldLayoutMkLst>
            <pc:docMk/>
            <pc:sldMasterMk cId="3517704065" sldId="2147483660"/>
            <pc:sldLayoutMk cId="623668366" sldId="2147483668"/>
          </pc:sldLayoutMkLst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623668366" sldId="2147483668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623668366" sldId="2147483668"/>
              <ac:spMk id="3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623668366" sldId="2147483668"/>
              <ac:spMk id="4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7.430" v="613"/>
          <pc:sldLayoutMkLst>
            <pc:docMk/>
            <pc:sldMasterMk cId="3517704065" sldId="2147483660"/>
            <pc:sldLayoutMk cId="239140623" sldId="2147483669"/>
          </pc:sldLayoutMkLst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239140623" sldId="2147483669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239140623" sldId="2147483669"/>
              <ac:spMk id="3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239140623" sldId="2147483669"/>
              <ac:spMk id="4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7.430" v="613"/>
          <pc:sldLayoutMkLst>
            <pc:docMk/>
            <pc:sldMasterMk cId="3517704065" sldId="2147483660"/>
            <pc:sldLayoutMk cId="3678897819" sldId="2147483671"/>
          </pc:sldLayoutMkLst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3678897819" sldId="2147483671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7.430" v="613"/>
            <ac:spMkLst>
              <pc:docMk/>
              <pc:sldMasterMk cId="3517704065" sldId="2147483660"/>
              <pc:sldLayoutMk cId="3678897819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Nicolas Mafla Viscarra" userId="7541278d-a1b6-4242-a42c-b7f08c368fd7" providerId="ADAL" clId="{98F1196F-3D95-40AC-8B98-2A8D46E60A8E}" dt="2026-06-08T04:45:46.406" v="612"/>
        <pc:sldMasterMkLst>
          <pc:docMk/>
          <pc:sldMasterMk cId="3072013061" sldId="2147483672"/>
        </pc:sldMasterMkLst>
        <pc:spChg chg="mod">
          <ac:chgData name="Nicolas Mafla Viscarra" userId="7541278d-a1b6-4242-a42c-b7f08c368fd7" providerId="ADAL" clId="{98F1196F-3D95-40AC-8B98-2A8D46E60A8E}" dt="2026-06-08T04:45:46.406" v="612"/>
          <ac:spMkLst>
            <pc:docMk/>
            <pc:sldMasterMk cId="3072013061" sldId="2147483672"/>
            <ac:spMk id="2" creationId="{00000000-0000-0000-0000-000000000000}"/>
          </ac:spMkLst>
        </pc:spChg>
        <pc:spChg chg="mod">
          <ac:chgData name="Nicolas Mafla Viscarra" userId="7541278d-a1b6-4242-a42c-b7f08c368fd7" providerId="ADAL" clId="{98F1196F-3D95-40AC-8B98-2A8D46E60A8E}" dt="2026-06-08T04:45:46.406" v="612"/>
          <ac:spMkLst>
            <pc:docMk/>
            <pc:sldMasterMk cId="3072013061" sldId="2147483672"/>
            <ac:spMk id="3" creationId="{00000000-0000-0000-0000-000000000000}"/>
          </ac:spMkLst>
        </pc:spChg>
        <pc:spChg chg="mod">
          <ac:chgData name="Nicolas Mafla Viscarra" userId="7541278d-a1b6-4242-a42c-b7f08c368fd7" providerId="ADAL" clId="{98F1196F-3D95-40AC-8B98-2A8D46E60A8E}" dt="2026-06-08T04:45:46.406" v="612"/>
          <ac:spMkLst>
            <pc:docMk/>
            <pc:sldMasterMk cId="3072013061" sldId="2147483672"/>
            <ac:spMk id="4" creationId="{00000000-0000-0000-0000-000000000000}"/>
          </ac:spMkLst>
        </pc:spChg>
        <pc:spChg chg="mod">
          <ac:chgData name="Nicolas Mafla Viscarra" userId="7541278d-a1b6-4242-a42c-b7f08c368fd7" providerId="ADAL" clId="{98F1196F-3D95-40AC-8B98-2A8D46E60A8E}" dt="2026-06-08T04:45:46.406" v="612"/>
          <ac:spMkLst>
            <pc:docMk/>
            <pc:sldMasterMk cId="3072013061" sldId="2147483672"/>
            <ac:spMk id="5" creationId="{00000000-0000-0000-0000-000000000000}"/>
          </ac:spMkLst>
        </pc:spChg>
        <pc:spChg chg="mod">
          <ac:chgData name="Nicolas Mafla Viscarra" userId="7541278d-a1b6-4242-a42c-b7f08c368fd7" providerId="ADAL" clId="{98F1196F-3D95-40AC-8B98-2A8D46E60A8E}" dt="2026-06-08T04:45:46.406" v="612"/>
          <ac:spMkLst>
            <pc:docMk/>
            <pc:sldMasterMk cId="3072013061" sldId="2147483672"/>
            <ac:spMk id="6" creationId="{00000000-0000-0000-0000-000000000000}"/>
          </ac:spMkLst>
        </pc:spChg>
        <pc:sldLayoutChg chg="modSp">
          <pc:chgData name="Nicolas Mafla Viscarra" userId="7541278d-a1b6-4242-a42c-b7f08c368fd7" providerId="ADAL" clId="{98F1196F-3D95-40AC-8B98-2A8D46E60A8E}" dt="2026-06-08T04:45:46.406" v="612"/>
          <pc:sldLayoutMkLst>
            <pc:docMk/>
            <pc:sldMasterMk cId="3072013061" sldId="2147483672"/>
            <pc:sldLayoutMk cId="1098391228" sldId="2147483673"/>
          </pc:sldLayoutMkLst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1098391228" sldId="2147483673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1098391228" sldId="2147483673"/>
              <ac:spMk id="3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6.406" v="612"/>
          <pc:sldLayoutMkLst>
            <pc:docMk/>
            <pc:sldMasterMk cId="3072013061" sldId="2147483672"/>
            <pc:sldLayoutMk cId="4273969824" sldId="2147483675"/>
          </pc:sldLayoutMkLst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4273969824" sldId="2147483675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4273969824" sldId="2147483675"/>
              <ac:spMk id="3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6.406" v="612"/>
          <pc:sldLayoutMkLst>
            <pc:docMk/>
            <pc:sldMasterMk cId="3072013061" sldId="2147483672"/>
            <pc:sldLayoutMk cId="2325460563" sldId="2147483676"/>
          </pc:sldLayoutMkLst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2325460563" sldId="2147483676"/>
              <ac:spMk id="3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2325460563" sldId="2147483676"/>
              <ac:spMk id="4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6.406" v="612"/>
          <pc:sldLayoutMkLst>
            <pc:docMk/>
            <pc:sldMasterMk cId="3072013061" sldId="2147483672"/>
            <pc:sldLayoutMk cId="2204991990" sldId="2147483677"/>
          </pc:sldLayoutMkLst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2204991990" sldId="2147483677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2204991990" sldId="2147483677"/>
              <ac:spMk id="3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2204991990" sldId="2147483677"/>
              <ac:spMk id="4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2204991990" sldId="2147483677"/>
              <ac:spMk id="5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2204991990" sldId="2147483677"/>
              <ac:spMk id="6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6.406" v="612"/>
          <pc:sldLayoutMkLst>
            <pc:docMk/>
            <pc:sldMasterMk cId="3072013061" sldId="2147483672"/>
            <pc:sldLayoutMk cId="1997394167" sldId="2147483680"/>
          </pc:sldLayoutMkLst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1997394167" sldId="2147483680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1997394167" sldId="2147483680"/>
              <ac:spMk id="3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1997394167" sldId="2147483680"/>
              <ac:spMk id="4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6.406" v="612"/>
          <pc:sldLayoutMkLst>
            <pc:docMk/>
            <pc:sldMasterMk cId="3072013061" sldId="2147483672"/>
            <pc:sldLayoutMk cId="1386210027" sldId="2147483681"/>
          </pc:sldLayoutMkLst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1386210027" sldId="2147483681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1386210027" sldId="2147483681"/>
              <ac:spMk id="3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1386210027" sldId="2147483681"/>
              <ac:spMk id="4" creationId="{00000000-0000-0000-0000-000000000000}"/>
            </ac:spMkLst>
          </pc:spChg>
        </pc:sldLayoutChg>
        <pc:sldLayoutChg chg="modSp">
          <pc:chgData name="Nicolas Mafla Viscarra" userId="7541278d-a1b6-4242-a42c-b7f08c368fd7" providerId="ADAL" clId="{98F1196F-3D95-40AC-8B98-2A8D46E60A8E}" dt="2026-06-08T04:45:46.406" v="612"/>
          <pc:sldLayoutMkLst>
            <pc:docMk/>
            <pc:sldMasterMk cId="3072013061" sldId="2147483672"/>
            <pc:sldLayoutMk cId="97262045" sldId="2147483683"/>
          </pc:sldLayoutMkLst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97262045" sldId="2147483683"/>
              <ac:spMk id="2" creationId="{00000000-0000-0000-0000-000000000000}"/>
            </ac:spMkLst>
          </pc:spChg>
          <pc:spChg chg="mod">
            <ac:chgData name="Nicolas Mafla Viscarra" userId="7541278d-a1b6-4242-a42c-b7f08c368fd7" providerId="ADAL" clId="{98F1196F-3D95-40AC-8B98-2A8D46E60A8E}" dt="2026-06-08T04:45:46.406" v="612"/>
            <ac:spMkLst>
              <pc:docMk/>
              <pc:sldMasterMk cId="3072013061" sldId="2147483672"/>
              <pc:sldLayoutMk cId="97262045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0FFB-79F6-FF84-4488-3934868A2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8EA1A-B119-F56B-1356-CAFDA2FA5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0C7BD-D533-82AB-238E-3AD4C048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14CFC-289D-4703-8711-EFB816B79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919EB-5C2F-DBF6-4D82-86A22000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3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0B53-D788-DF60-433E-E607AC82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7DF5F-5DE2-D39B-08DE-7AE2411D8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CEC55-51CA-EF06-DF5F-F5774D63A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060F3-FBA4-363D-7228-E3D5C439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8046C-7BB5-E699-0CEC-F98BB5B2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586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B7D9-30E2-D9B6-55D8-5BF81569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96356-3CC5-1122-1000-40ABFE1A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9FB50-0CE4-C5A5-23F8-8AD9FB48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DA134-38CD-C909-4594-5827DAA23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8011C-2667-57A5-217A-FFA0E707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356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FDF-941A-4AD7-82DE-F25DC940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CA7E2-CA65-E478-B38E-1C8D3AA47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7D4CF-F107-3DEA-E27F-7EBDD9008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17740-120F-2E7E-8476-5BAE13DA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0DCDF-DF22-7C3C-627E-6DD8EF82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4C440-2CE8-FDDE-69F6-F96BDB9E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429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8159-6F1D-97DF-CE85-F59993A90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E99BF-3117-5786-A4E2-D23D3AD5B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2A5B9-5754-D644-1CA9-E3AC42194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ED3B18-00D9-9BD4-306F-0386FFDCD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48F7A6-3D8F-8A89-FAB8-D9BE6FC13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4D8B74-B3EF-3E95-D5E7-996E50B3C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662B9-2664-8987-7604-2A7A79FE6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F97C2-F219-272F-A306-DDCCCAE7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8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42C5-5A29-32D3-21C8-30D71B6F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E505A-9F39-800A-2D0E-714AC2CC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20FA6-EC8F-7CFE-F554-D76CFF2D5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67C49-A5B9-A07D-191C-0ECC5A7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072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DD044-1DB6-0467-3493-238C44B8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CD743-CA50-BEEF-D217-59EB3ECED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EC8AD-3124-7835-DB87-320A6A37D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882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5648-19AD-7D94-477B-2B3775E9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EC9B-9609-4CBD-AF98-10F5E4172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60E25-4DB0-72A1-426D-064065F53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EE2EB-896D-68EC-2111-3826BA91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DDC57-D009-3B6B-36B7-BA7C5850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03B50-FBCD-68C4-43B4-4BDCC21A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768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5762-B980-78B4-478B-27CBD9A96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4BD2D-7B85-5BD5-99DD-40BEFD90C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0991B-CE07-9C97-F2DE-F58837CE2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2AB11-399C-1309-769B-5665F495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A9126-82E8-233C-7C3E-2CCEC853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EEA50-6CB7-C045-915B-A0FCF39C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7716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B58E-87CB-6C5B-539C-66D74C39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7EDF7-0FF5-D1B3-B501-59C4C3367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8CE19-53D8-0037-22BD-8C4B4D975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94E83-56AB-4562-852B-D1B0A614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BCD34-2203-BB14-78F2-EA479012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8072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2C171-B159-65F7-47A2-EC675977B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EF48C-1616-3F26-5527-49B78F13E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31E1D-D5A7-1CA4-62B7-1BC05B58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1242-C076-5DB0-D0E7-7AB93533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556A7-703B-2196-2320-E57089FF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8094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F703B5-A770-96D7-DF4E-A19601A9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07E71-3425-03EE-CF78-7CDE02A4B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614FF-66D1-B55A-C8CB-E27F89645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6C5CA8-1FFB-41E7-873C-E999F4D69584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4A214-994D-2CC3-C0C4-BE727EAEC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A7C23-1176-66E8-2720-88C7756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50863-C470-485C-9120-97AE6D9EB1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1964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0E6235-55F7-2642-2F66-9AB914CE2A1B}"/>
              </a:ext>
            </a:extLst>
          </p:cNvPr>
          <p:cNvSpPr/>
          <p:nvPr/>
        </p:nvSpPr>
        <p:spPr>
          <a:xfrm>
            <a:off x="5098099" y="148156"/>
            <a:ext cx="1995803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A5CDDC-FC4E-54DA-17AC-782BFCECD336}"/>
              </a:ext>
            </a:extLst>
          </p:cNvPr>
          <p:cNvSpPr/>
          <p:nvPr/>
        </p:nvSpPr>
        <p:spPr>
          <a:xfrm>
            <a:off x="4096431" y="3890689"/>
            <a:ext cx="3996087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>
              <a:buSzPts val="1200"/>
            </a:pPr>
            <a:r>
              <a:rPr lang="en-US" sz="1801" b="1" kern="100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Image Preprocessing and Filtering</a:t>
            </a:r>
            <a:endParaRPr lang="en-AU" sz="1801" kern="100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D49AE4-E06C-BB0B-8D24-BF68F05A48BE}"/>
              </a:ext>
            </a:extLst>
          </p:cNvPr>
          <p:cNvSpPr/>
          <p:nvPr/>
        </p:nvSpPr>
        <p:spPr>
          <a:xfrm>
            <a:off x="4304056" y="5107181"/>
            <a:ext cx="3580836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Coral skeleton reconstruction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A7553D-D2F2-879A-3B5A-D347020DA7D7}"/>
              </a:ext>
            </a:extLst>
          </p:cNvPr>
          <p:cNvSpPr/>
          <p:nvPr/>
        </p:nvSpPr>
        <p:spPr>
          <a:xfrm>
            <a:off x="8028280" y="5741575"/>
            <a:ext cx="2764710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Temporal comparisons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83FB4B-8DBB-996C-4D6B-E97627997EF4}"/>
              </a:ext>
            </a:extLst>
          </p:cNvPr>
          <p:cNvSpPr/>
          <p:nvPr/>
        </p:nvSpPr>
        <p:spPr>
          <a:xfrm>
            <a:off x="839970" y="5730615"/>
            <a:ext cx="3786040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Extraction of structural metrics</a:t>
            </a:r>
            <a:endParaRPr lang="en-AU" sz="1801" b="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40BEB8-7CF1-9A00-299D-7DDE009A3B95}"/>
              </a:ext>
            </a:extLst>
          </p:cNvPr>
          <p:cNvCxnSpPr>
            <a:cxnSpLocks/>
          </p:cNvCxnSpPr>
          <p:nvPr/>
        </p:nvCxnSpPr>
        <p:spPr>
          <a:xfrm>
            <a:off x="6103605" y="487048"/>
            <a:ext cx="0" cy="262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3015E68-13D7-91D6-DCF7-E2CFBADD103A}"/>
              </a:ext>
            </a:extLst>
          </p:cNvPr>
          <p:cNvSpPr/>
          <p:nvPr/>
        </p:nvSpPr>
        <p:spPr>
          <a:xfrm>
            <a:off x="3753917" y="760415"/>
            <a:ext cx="4684167" cy="353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Large-area reef photogrammetry survey (72 m</a:t>
            </a:r>
            <a:r>
              <a:rPr lang="en-US" sz="1600" i="1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AU" sz="16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22B092-6604-C136-EA46-4F0C67E066B7}"/>
              </a:ext>
            </a:extLst>
          </p:cNvPr>
          <p:cNvSpPr/>
          <p:nvPr/>
        </p:nvSpPr>
        <p:spPr>
          <a:xfrm>
            <a:off x="4890825" y="1377237"/>
            <a:ext cx="2407300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Coral Classification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05A425-B75A-0AC8-39E1-6AB3CB88E1E3}"/>
              </a:ext>
            </a:extLst>
          </p:cNvPr>
          <p:cNvSpPr/>
          <p:nvPr/>
        </p:nvSpPr>
        <p:spPr>
          <a:xfrm>
            <a:off x="8646545" y="755163"/>
            <a:ext cx="2105278" cy="3644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~3,000 images/plot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55C059-DCB4-7302-22BD-115B9D48ADB1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 flipV="1">
            <a:off x="8438081" y="937411"/>
            <a:ext cx="20846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1C517E-B878-8753-B131-FC745ECDC4BB}"/>
              </a:ext>
            </a:extLst>
          </p:cNvPr>
          <p:cNvCxnSpPr>
            <a:cxnSpLocks/>
          </p:cNvCxnSpPr>
          <p:nvPr/>
        </p:nvCxnSpPr>
        <p:spPr>
          <a:xfrm>
            <a:off x="6103605" y="1130150"/>
            <a:ext cx="0" cy="262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B4DF8A8-4318-B8FE-D76C-4B2F0932C211}"/>
              </a:ext>
            </a:extLst>
          </p:cNvPr>
          <p:cNvSpPr/>
          <p:nvPr/>
        </p:nvSpPr>
        <p:spPr>
          <a:xfrm>
            <a:off x="4170103" y="3225997"/>
            <a:ext cx="518471" cy="393291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en-AU" sz="1600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1BE8F3D-AC8B-F782-F406-A32C4A15A734}"/>
              </a:ext>
            </a:extLst>
          </p:cNvPr>
          <p:cNvSpPr/>
          <p:nvPr/>
        </p:nvSpPr>
        <p:spPr>
          <a:xfrm>
            <a:off x="5791769" y="3225997"/>
            <a:ext cx="589909" cy="393291"/>
          </a:xfrm>
          <a:prstGeom prst="round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en-AU" sz="1600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097459-0E98-5631-13E5-6A8524CCF4FC}"/>
              </a:ext>
            </a:extLst>
          </p:cNvPr>
          <p:cNvCxnSpPr>
            <a:cxnSpLocks/>
          </p:cNvCxnSpPr>
          <p:nvPr/>
        </p:nvCxnSpPr>
        <p:spPr>
          <a:xfrm>
            <a:off x="5274912" y="2020382"/>
            <a:ext cx="0" cy="255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0953EF-BDC3-3EB1-CD7C-681A2A88077E}"/>
              </a:ext>
            </a:extLst>
          </p:cNvPr>
          <p:cNvCxnSpPr>
            <a:cxnSpLocks/>
          </p:cNvCxnSpPr>
          <p:nvPr/>
        </p:nvCxnSpPr>
        <p:spPr>
          <a:xfrm>
            <a:off x="6932299" y="2029085"/>
            <a:ext cx="0" cy="255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C0DE73A-B374-0A8A-0323-4BC2DE168CA8}"/>
              </a:ext>
            </a:extLst>
          </p:cNvPr>
          <p:cNvCxnSpPr/>
          <p:nvPr/>
        </p:nvCxnSpPr>
        <p:spPr>
          <a:xfrm>
            <a:off x="5274912" y="2020380"/>
            <a:ext cx="16573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EAD576-EF59-62A5-621D-15868C86C56A}"/>
              </a:ext>
            </a:extLst>
          </p:cNvPr>
          <p:cNvCxnSpPr/>
          <p:nvPr/>
        </p:nvCxnSpPr>
        <p:spPr>
          <a:xfrm flipH="1">
            <a:off x="6116036" y="1743366"/>
            <a:ext cx="2" cy="2857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1CEAF3B-15CD-458B-5822-40256E0F8D23}"/>
              </a:ext>
            </a:extLst>
          </p:cNvPr>
          <p:cNvCxnSpPr>
            <a:cxnSpLocks/>
          </p:cNvCxnSpPr>
          <p:nvPr/>
        </p:nvCxnSpPr>
        <p:spPr>
          <a:xfrm>
            <a:off x="6086724" y="3629266"/>
            <a:ext cx="0" cy="255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A8CB4EE-D299-7D0C-D373-665A4DD729D1}"/>
              </a:ext>
            </a:extLst>
          </p:cNvPr>
          <p:cNvSpPr/>
          <p:nvPr/>
        </p:nvSpPr>
        <p:spPr>
          <a:xfrm>
            <a:off x="4626010" y="2289522"/>
            <a:ext cx="1239188" cy="383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Death?</a:t>
            </a:r>
            <a:endParaRPr lang="en-AU" sz="16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8C8658-C316-CC8A-33FD-E3A3A72C5DED}"/>
              </a:ext>
            </a:extLst>
          </p:cNvPr>
          <p:cNvSpPr/>
          <p:nvPr/>
        </p:nvSpPr>
        <p:spPr>
          <a:xfrm>
            <a:off x="6255808" y="2276019"/>
            <a:ext cx="1352985" cy="383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Morphotaxa</a:t>
            </a:r>
            <a:endParaRPr lang="en-AU" sz="16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3B2F14-5357-47A2-8082-231A2B1C55B0}"/>
              </a:ext>
            </a:extLst>
          </p:cNvPr>
          <p:cNvCxnSpPr>
            <a:cxnSpLocks/>
          </p:cNvCxnSpPr>
          <p:nvPr/>
        </p:nvCxnSpPr>
        <p:spPr>
          <a:xfrm>
            <a:off x="4429337" y="2953213"/>
            <a:ext cx="0" cy="255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F4018A-7DA7-AF55-6166-1ABAE47E0E37}"/>
              </a:ext>
            </a:extLst>
          </p:cNvPr>
          <p:cNvCxnSpPr>
            <a:cxnSpLocks/>
          </p:cNvCxnSpPr>
          <p:nvPr/>
        </p:nvCxnSpPr>
        <p:spPr>
          <a:xfrm>
            <a:off x="6086724" y="2961915"/>
            <a:ext cx="0" cy="255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A09F440-71F2-2F35-341B-9761345DB844}"/>
              </a:ext>
            </a:extLst>
          </p:cNvPr>
          <p:cNvCxnSpPr/>
          <p:nvPr/>
        </p:nvCxnSpPr>
        <p:spPr>
          <a:xfrm>
            <a:off x="4429337" y="2953210"/>
            <a:ext cx="16573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F479352-4F12-41A1-3029-114D15948199}"/>
              </a:ext>
            </a:extLst>
          </p:cNvPr>
          <p:cNvCxnSpPr/>
          <p:nvPr/>
        </p:nvCxnSpPr>
        <p:spPr>
          <a:xfrm flipH="1">
            <a:off x="5270461" y="2676197"/>
            <a:ext cx="2" cy="2857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CC0BCC0-32A0-889B-92A4-2BD96FF9D568}"/>
              </a:ext>
            </a:extLst>
          </p:cNvPr>
          <p:cNvSpPr/>
          <p:nvPr/>
        </p:nvSpPr>
        <p:spPr>
          <a:xfrm>
            <a:off x="4762556" y="148156"/>
            <a:ext cx="256542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E58BB2F-59CA-BA42-3444-D8E196FFA7B2}"/>
              </a:ext>
            </a:extLst>
          </p:cNvPr>
          <p:cNvSpPr/>
          <p:nvPr/>
        </p:nvSpPr>
        <p:spPr>
          <a:xfrm>
            <a:off x="4541523" y="1377237"/>
            <a:ext cx="256542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AFFC3BA-F237-A97A-4078-32D1149A249E}"/>
              </a:ext>
            </a:extLst>
          </p:cNvPr>
          <p:cNvSpPr/>
          <p:nvPr/>
        </p:nvSpPr>
        <p:spPr>
          <a:xfrm>
            <a:off x="3753917" y="3884905"/>
            <a:ext cx="256542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13ED744-8298-5251-AF72-74D2D5542FF2}"/>
              </a:ext>
            </a:extLst>
          </p:cNvPr>
          <p:cNvSpPr/>
          <p:nvPr/>
        </p:nvSpPr>
        <p:spPr>
          <a:xfrm>
            <a:off x="7827180" y="2266012"/>
            <a:ext cx="3489410" cy="96714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15" indent="-342915">
              <a:buFont typeface="+mj-lt"/>
              <a:buAutoNum type="alphaLcParenR"/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Branching non-</a:t>
            </a:r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Acropora</a:t>
            </a:r>
          </a:p>
          <a:p>
            <a:pPr marL="342915" indent="-342915">
              <a:buFont typeface="+mj-lt"/>
              <a:buAutoNum type="alphaLcParenR"/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Corymbose, Digitate </a:t>
            </a:r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Acropora</a:t>
            </a:r>
          </a:p>
          <a:p>
            <a:pPr marL="342915" indent="-342915">
              <a:buFont typeface="+mj-lt"/>
              <a:buAutoNum type="alphaLcParenR"/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Sub-massive</a:t>
            </a:r>
          </a:p>
          <a:p>
            <a:pPr marL="342915" indent="-342915">
              <a:buFont typeface="+mj-lt"/>
              <a:buAutoNum type="alphaLcParenR"/>
            </a:pP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Tabular</a:t>
            </a:r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Acropora</a:t>
            </a:r>
            <a:endParaRPr lang="en-AU" sz="16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ED12E32-7D9E-5FEE-67D1-73B4D291CDCA}"/>
              </a:ext>
            </a:extLst>
          </p:cNvPr>
          <p:cNvCxnSpPr>
            <a:cxnSpLocks/>
          </p:cNvCxnSpPr>
          <p:nvPr/>
        </p:nvCxnSpPr>
        <p:spPr>
          <a:xfrm flipV="1">
            <a:off x="7608790" y="2465346"/>
            <a:ext cx="20846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750D2A1-97EB-E56B-9561-9747CDD6D387}"/>
              </a:ext>
            </a:extLst>
          </p:cNvPr>
          <p:cNvSpPr/>
          <p:nvPr/>
        </p:nvSpPr>
        <p:spPr>
          <a:xfrm>
            <a:off x="4243840" y="4475218"/>
            <a:ext cx="3701268" cy="3539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Extract image subset of death colonies</a:t>
            </a:r>
            <a:endParaRPr lang="en-AU" sz="16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03EDB17-B8CD-D6ED-8FF3-634BDDB5C825}"/>
              </a:ext>
            </a:extLst>
          </p:cNvPr>
          <p:cNvCxnSpPr>
            <a:cxnSpLocks/>
          </p:cNvCxnSpPr>
          <p:nvPr/>
        </p:nvCxnSpPr>
        <p:spPr>
          <a:xfrm>
            <a:off x="6094474" y="4223799"/>
            <a:ext cx="0" cy="262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8DCD4FE-1929-465F-A7DE-51406B32931E}"/>
              </a:ext>
            </a:extLst>
          </p:cNvPr>
          <p:cNvSpPr/>
          <p:nvPr/>
        </p:nvSpPr>
        <p:spPr>
          <a:xfrm>
            <a:off x="8153572" y="4476626"/>
            <a:ext cx="2301068" cy="3644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Quality threshold: 0.6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7366D30-0B91-6D2D-935B-55DF83D31712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7945108" y="4658872"/>
            <a:ext cx="208464" cy="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B7610D0-5241-32FC-8E87-BCD30D146CE8}"/>
              </a:ext>
            </a:extLst>
          </p:cNvPr>
          <p:cNvSpPr/>
          <p:nvPr/>
        </p:nvSpPr>
        <p:spPr>
          <a:xfrm>
            <a:off x="1857721" y="4469970"/>
            <a:ext cx="2152738" cy="3644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&gt; 60 images/colony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CA48C47-D661-06DE-8501-5CE3E7966B70}"/>
              </a:ext>
            </a:extLst>
          </p:cNvPr>
          <p:cNvCxnSpPr>
            <a:cxnSpLocks/>
            <a:stCxn id="56" idx="1"/>
            <a:endCxn id="61" idx="3"/>
          </p:cNvCxnSpPr>
          <p:nvPr/>
        </p:nvCxnSpPr>
        <p:spPr>
          <a:xfrm flipH="1">
            <a:off x="4010459" y="4652216"/>
            <a:ext cx="2333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7DDA041-474E-5FCB-6CA9-51E6912E38F2}"/>
              </a:ext>
            </a:extLst>
          </p:cNvPr>
          <p:cNvCxnSpPr>
            <a:cxnSpLocks/>
          </p:cNvCxnSpPr>
          <p:nvPr/>
        </p:nvCxnSpPr>
        <p:spPr>
          <a:xfrm>
            <a:off x="6103605" y="4829213"/>
            <a:ext cx="0" cy="262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4656086-725E-F8A0-A4A8-E888E6EFF045}"/>
              </a:ext>
            </a:extLst>
          </p:cNvPr>
          <p:cNvSpPr/>
          <p:nvPr/>
        </p:nvSpPr>
        <p:spPr>
          <a:xfrm>
            <a:off x="3968160" y="5109149"/>
            <a:ext cx="256542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06D6B04-8075-8558-E0FA-D2C4D7A33133}"/>
              </a:ext>
            </a:extLst>
          </p:cNvPr>
          <p:cNvSpPr/>
          <p:nvPr/>
        </p:nvSpPr>
        <p:spPr>
          <a:xfrm>
            <a:off x="8092517" y="5096304"/>
            <a:ext cx="2387361" cy="3644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Precision assessment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716B581-8C4A-B271-FD43-BD8922B2336A}"/>
              </a:ext>
            </a:extLst>
          </p:cNvPr>
          <p:cNvCxnSpPr>
            <a:cxnSpLocks/>
            <a:endCxn id="68" idx="1"/>
          </p:cNvCxnSpPr>
          <p:nvPr/>
        </p:nvCxnSpPr>
        <p:spPr>
          <a:xfrm flipV="1">
            <a:off x="7884054" y="5278550"/>
            <a:ext cx="208463" cy="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CFD333C3-2D4B-D13E-535C-09503D0806B6}"/>
              </a:ext>
            </a:extLst>
          </p:cNvPr>
          <p:cNvSpPr/>
          <p:nvPr/>
        </p:nvSpPr>
        <p:spPr>
          <a:xfrm>
            <a:off x="4772432" y="5742697"/>
            <a:ext cx="2644084" cy="96714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15" indent="-342915">
              <a:buFont typeface="+mj-lt"/>
              <a:buAutoNum type="alphaLcParenR"/>
            </a:pPr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Aling photos</a:t>
            </a:r>
          </a:p>
          <a:p>
            <a:pPr marL="342915" indent="-342915">
              <a:buFont typeface="+mj-lt"/>
              <a:buAutoNum type="alphaLcParenR"/>
            </a:pPr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Build mesh</a:t>
            </a:r>
          </a:p>
          <a:p>
            <a:pPr marL="342915" indent="-342915">
              <a:buFont typeface="+mj-lt"/>
              <a:buAutoNum type="alphaLcParenR"/>
            </a:pPr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Build texture</a:t>
            </a:r>
          </a:p>
          <a:p>
            <a:pPr marL="342915" indent="-342915">
              <a:buFont typeface="+mj-lt"/>
              <a:buAutoNum type="alphaLcParenR"/>
            </a:pPr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Crop and export model</a:t>
            </a:r>
            <a:endParaRPr lang="en-AU" sz="16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7188D59-5D23-52C3-295C-2BC365340DD1}"/>
              </a:ext>
            </a:extLst>
          </p:cNvPr>
          <p:cNvCxnSpPr>
            <a:cxnSpLocks/>
          </p:cNvCxnSpPr>
          <p:nvPr/>
        </p:nvCxnSpPr>
        <p:spPr>
          <a:xfrm>
            <a:off x="6103605" y="5460795"/>
            <a:ext cx="0" cy="262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E5774534-FC66-EC27-9CDC-2FDCC1BAC063}"/>
              </a:ext>
            </a:extLst>
          </p:cNvPr>
          <p:cNvSpPr/>
          <p:nvPr/>
        </p:nvSpPr>
        <p:spPr>
          <a:xfrm>
            <a:off x="430030" y="5742697"/>
            <a:ext cx="256542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713DB5C-3FAB-7B36-5697-DF204A6BCE51}"/>
              </a:ext>
            </a:extLst>
          </p:cNvPr>
          <p:cNvSpPr/>
          <p:nvPr/>
        </p:nvSpPr>
        <p:spPr>
          <a:xfrm>
            <a:off x="7646348" y="5742697"/>
            <a:ext cx="256542" cy="33889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1801" b="1" dirty="0"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AU" sz="1801" dirty="0"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1C503F6-BFE5-68E0-B21F-50676EB34025}"/>
              </a:ext>
            </a:extLst>
          </p:cNvPr>
          <p:cNvSpPr/>
          <p:nvPr/>
        </p:nvSpPr>
        <p:spPr>
          <a:xfrm>
            <a:off x="875410" y="2284724"/>
            <a:ext cx="3500171" cy="3914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TagLab classifier (Toor et al., 2025)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B707DC7-2788-522D-D8F9-26A9262259E5}"/>
              </a:ext>
            </a:extLst>
          </p:cNvPr>
          <p:cNvCxnSpPr>
            <a:cxnSpLocks/>
          </p:cNvCxnSpPr>
          <p:nvPr/>
        </p:nvCxnSpPr>
        <p:spPr>
          <a:xfrm flipH="1">
            <a:off x="4392629" y="2485942"/>
            <a:ext cx="2333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760DC79-93A7-7769-A778-D2D426696CAC}"/>
              </a:ext>
            </a:extLst>
          </p:cNvPr>
          <p:cNvCxnSpPr>
            <a:cxnSpLocks/>
          </p:cNvCxnSpPr>
          <p:nvPr/>
        </p:nvCxnSpPr>
        <p:spPr>
          <a:xfrm>
            <a:off x="4096431" y="5460795"/>
            <a:ext cx="0" cy="262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7D7443F-25C8-D8B9-C729-B58C51D42BE5}"/>
              </a:ext>
            </a:extLst>
          </p:cNvPr>
          <p:cNvCxnSpPr>
            <a:cxnSpLocks/>
          </p:cNvCxnSpPr>
          <p:nvPr/>
        </p:nvCxnSpPr>
        <p:spPr>
          <a:xfrm>
            <a:off x="1789116" y="6213212"/>
            <a:ext cx="0" cy="255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B2BF99D-DE93-1D1D-4061-ECF4B995AE3E}"/>
              </a:ext>
            </a:extLst>
          </p:cNvPr>
          <p:cNvCxnSpPr>
            <a:cxnSpLocks/>
          </p:cNvCxnSpPr>
          <p:nvPr/>
        </p:nvCxnSpPr>
        <p:spPr>
          <a:xfrm>
            <a:off x="3449424" y="6213009"/>
            <a:ext cx="0" cy="255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87F779D-362D-BEC8-CF9F-E8D3B26B9AAB}"/>
              </a:ext>
            </a:extLst>
          </p:cNvPr>
          <p:cNvCxnSpPr/>
          <p:nvPr/>
        </p:nvCxnSpPr>
        <p:spPr>
          <a:xfrm>
            <a:off x="1796801" y="6221179"/>
            <a:ext cx="16573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2E6A452-99EF-0685-B814-423A711821A6}"/>
              </a:ext>
            </a:extLst>
          </p:cNvPr>
          <p:cNvCxnSpPr>
            <a:cxnSpLocks/>
          </p:cNvCxnSpPr>
          <p:nvPr/>
        </p:nvCxnSpPr>
        <p:spPr>
          <a:xfrm>
            <a:off x="2616471" y="6080469"/>
            <a:ext cx="0" cy="1493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34CA90BA-FC5C-C089-CA9E-A9DC58FF59FD}"/>
              </a:ext>
            </a:extLst>
          </p:cNvPr>
          <p:cNvSpPr/>
          <p:nvPr/>
        </p:nvSpPr>
        <p:spPr>
          <a:xfrm>
            <a:off x="1169522" y="6465058"/>
            <a:ext cx="1239188" cy="383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Volume</a:t>
            </a:r>
            <a:endParaRPr lang="en-AU" sz="16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32457B3-7ECF-FB84-6BC4-76E5E3773A4D}"/>
              </a:ext>
            </a:extLst>
          </p:cNvPr>
          <p:cNvSpPr/>
          <p:nvPr/>
        </p:nvSpPr>
        <p:spPr>
          <a:xfrm>
            <a:off x="2732990" y="6465022"/>
            <a:ext cx="1431006" cy="383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Surface Area</a:t>
            </a:r>
            <a:endParaRPr lang="en-AU" sz="16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337F428-E310-FBA0-E233-D1A7DDE87E26}"/>
              </a:ext>
            </a:extLst>
          </p:cNvPr>
          <p:cNvCxnSpPr>
            <a:cxnSpLocks/>
          </p:cNvCxnSpPr>
          <p:nvPr/>
        </p:nvCxnSpPr>
        <p:spPr>
          <a:xfrm>
            <a:off x="7774619" y="5446075"/>
            <a:ext cx="0" cy="262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F7E7918-E25A-ED76-177D-7F8909BEBAD1}"/>
              </a:ext>
            </a:extLst>
          </p:cNvPr>
          <p:cNvCxnSpPr>
            <a:cxnSpLocks/>
          </p:cNvCxnSpPr>
          <p:nvPr/>
        </p:nvCxnSpPr>
        <p:spPr>
          <a:xfrm>
            <a:off x="9462336" y="6060290"/>
            <a:ext cx="0" cy="255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A82F4E27-6C9D-46E2-92AE-7FC0A259767F}"/>
              </a:ext>
            </a:extLst>
          </p:cNvPr>
          <p:cNvSpPr/>
          <p:nvPr/>
        </p:nvSpPr>
        <p:spPr>
          <a:xfrm>
            <a:off x="8479347" y="6307224"/>
            <a:ext cx="1965978" cy="383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ora" pitchFamily="2" charset="0"/>
                <a:ea typeface="Calibri" panose="020F0502020204030204" pitchFamily="34" charset="0"/>
                <a:cs typeface="Calibri" panose="020F0502020204030204" pitchFamily="34" charset="0"/>
              </a:rPr>
              <a:t>Root Mean Square</a:t>
            </a:r>
            <a:endParaRPr lang="en-AU" sz="16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or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94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92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Lora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Mafla Viscarra</dc:creator>
  <cp:lastModifiedBy>Nicolas Mafla Viscarra</cp:lastModifiedBy>
  <cp:revision>1</cp:revision>
  <dcterms:created xsi:type="dcterms:W3CDTF">2026-06-08T03:52:04Z</dcterms:created>
  <dcterms:modified xsi:type="dcterms:W3CDTF">2026-06-08T05:07:45Z</dcterms:modified>
</cp:coreProperties>
</file>